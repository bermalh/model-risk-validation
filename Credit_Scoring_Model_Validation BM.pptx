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68" r:id="rId4"/>
    <p:sldId id="263" r:id="rId5"/>
    <p:sldId id="258" r:id="rId6"/>
    <p:sldId id="259" r:id="rId7"/>
    <p:sldId id="266" r:id="rId8"/>
    <p:sldId id="267" r:id="rId9"/>
    <p:sldId id="261" r:id="rId10"/>
    <p:sldId id="262" r:id="rId11"/>
    <p:sldId id="264" r:id="rId12"/>
    <p:sldId id="265"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DB07B1A-0195-4ED5-A0F4-63024D7D3F6C}">
          <p14:sldIdLst>
            <p14:sldId id="256"/>
            <p14:sldId id="257"/>
            <p14:sldId id="268"/>
            <p14:sldId id="263"/>
            <p14:sldId id="258"/>
            <p14:sldId id="259"/>
            <p14:sldId id="266"/>
            <p14:sldId id="267"/>
            <p14:sldId id="261"/>
            <p14:sldId id="262"/>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3ADB4E-C96F-473E-8A41-0F718D0B053C}" v="442" dt="2026-03-26T21:36:04.8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1" d="100"/>
          <a:sy n="61" d="100"/>
        </p:scale>
        <p:origin x="1074" y="2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nard Malhame" userId="b839fb75dd248b62" providerId="LiveId" clId="{42EF71DA-05AB-46E4-A0B6-8AB09BB779F5}"/>
    <pc:docChg chg="undo redo custSel addSld delSld modSld modSection">
      <pc:chgData name="Bernard Malhame" userId="b839fb75dd248b62" providerId="LiveId" clId="{42EF71DA-05AB-46E4-A0B6-8AB09BB779F5}" dt="2026-03-26T21:39:09.068" v="4014" actId="20577"/>
      <pc:docMkLst>
        <pc:docMk/>
      </pc:docMkLst>
      <pc:sldChg chg="modSp mod">
        <pc:chgData name="Bernard Malhame" userId="b839fb75dd248b62" providerId="LiveId" clId="{42EF71DA-05AB-46E4-A0B6-8AB09BB779F5}" dt="2026-03-26T16:36:29.249" v="3681" actId="20577"/>
        <pc:sldMkLst>
          <pc:docMk/>
          <pc:sldMk cId="0" sldId="256"/>
        </pc:sldMkLst>
        <pc:spChg chg="mod">
          <ac:chgData name="Bernard Malhame" userId="b839fb75dd248b62" providerId="LiveId" clId="{42EF71DA-05AB-46E4-A0B6-8AB09BB779F5}" dt="2026-03-26T16:19:27.256" v="3366" actId="207"/>
          <ac:spMkLst>
            <pc:docMk/>
            <pc:sldMk cId="0" sldId="256"/>
            <ac:spMk id="8" creationId="{00000000-0000-0000-0000-000000000000}"/>
          </ac:spMkLst>
        </pc:spChg>
        <pc:spChg chg="mod">
          <ac:chgData name="Bernard Malhame" userId="b839fb75dd248b62" providerId="LiveId" clId="{42EF71DA-05AB-46E4-A0B6-8AB09BB779F5}" dt="2026-03-23T22:12:32.268" v="15" actId="1035"/>
          <ac:spMkLst>
            <pc:docMk/>
            <pc:sldMk cId="0" sldId="256"/>
            <ac:spMk id="10" creationId="{00000000-0000-0000-0000-000000000000}"/>
          </ac:spMkLst>
        </pc:spChg>
        <pc:spChg chg="mod">
          <ac:chgData name="Bernard Malhame" userId="b839fb75dd248b62" providerId="LiveId" clId="{42EF71DA-05AB-46E4-A0B6-8AB09BB779F5}" dt="2026-03-23T22:10:14.032" v="4" actId="1037"/>
          <ac:spMkLst>
            <pc:docMk/>
            <pc:sldMk cId="0" sldId="256"/>
            <ac:spMk id="11" creationId="{00000000-0000-0000-0000-000000000000}"/>
          </ac:spMkLst>
        </pc:spChg>
        <pc:spChg chg="mod">
          <ac:chgData name="Bernard Malhame" userId="b839fb75dd248b62" providerId="LiveId" clId="{42EF71DA-05AB-46E4-A0B6-8AB09BB779F5}" dt="2026-03-26T16:36:29.249" v="3681" actId="20577"/>
          <ac:spMkLst>
            <pc:docMk/>
            <pc:sldMk cId="0" sldId="256"/>
            <ac:spMk id="12" creationId="{00000000-0000-0000-0000-000000000000}"/>
          </ac:spMkLst>
        </pc:spChg>
      </pc:sldChg>
      <pc:sldChg chg="addSp delSp modSp mod setBg">
        <pc:chgData name="Bernard Malhame" userId="b839fb75dd248b62" providerId="LiveId" clId="{42EF71DA-05AB-46E4-A0B6-8AB09BB779F5}" dt="2026-03-26T16:31:20.591" v="3600" actId="167"/>
        <pc:sldMkLst>
          <pc:docMk/>
          <pc:sldMk cId="0" sldId="257"/>
        </pc:sldMkLst>
        <pc:spChg chg="mod">
          <ac:chgData name="Bernard Malhame" userId="b839fb75dd248b62" providerId="LiveId" clId="{42EF71DA-05AB-46E4-A0B6-8AB09BB779F5}" dt="2026-03-26T16:25:18.301" v="3504" actId="1036"/>
          <ac:spMkLst>
            <pc:docMk/>
            <pc:sldMk cId="0" sldId="257"/>
            <ac:spMk id="2" creationId="{00000000-0000-0000-0000-000000000000}"/>
          </ac:spMkLst>
        </pc:spChg>
        <pc:spChg chg="mod">
          <ac:chgData name="Bernard Malhame" userId="b839fb75dd248b62" providerId="LiveId" clId="{42EF71DA-05AB-46E4-A0B6-8AB09BB779F5}" dt="2026-03-26T16:22:46.218" v="3385" actId="1036"/>
          <ac:spMkLst>
            <pc:docMk/>
            <pc:sldMk cId="0" sldId="257"/>
            <ac:spMk id="4" creationId="{00000000-0000-0000-0000-000000000000}"/>
          </ac:spMkLst>
        </pc:spChg>
        <pc:spChg chg="mod">
          <ac:chgData name="Bernard Malhame" userId="b839fb75dd248b62" providerId="LiveId" clId="{42EF71DA-05AB-46E4-A0B6-8AB09BB779F5}" dt="2026-03-26T16:23:17.479" v="3415" actId="1036"/>
          <ac:spMkLst>
            <pc:docMk/>
            <pc:sldMk cId="0" sldId="257"/>
            <ac:spMk id="5" creationId="{00000000-0000-0000-0000-000000000000}"/>
          </ac:spMkLst>
        </pc:spChg>
        <pc:spChg chg="mod">
          <ac:chgData name="Bernard Malhame" userId="b839fb75dd248b62" providerId="LiveId" clId="{42EF71DA-05AB-46E4-A0B6-8AB09BB779F5}" dt="2026-03-26T16:23:11.939" v="3409" actId="1036"/>
          <ac:spMkLst>
            <pc:docMk/>
            <pc:sldMk cId="0" sldId="257"/>
            <ac:spMk id="6" creationId="{00000000-0000-0000-0000-000000000000}"/>
          </ac:spMkLst>
        </pc:spChg>
        <pc:spChg chg="mod">
          <ac:chgData name="Bernard Malhame" userId="b839fb75dd248b62" providerId="LiveId" clId="{42EF71DA-05AB-46E4-A0B6-8AB09BB779F5}" dt="2026-03-26T16:22:53.255" v="3393" actId="1036"/>
          <ac:spMkLst>
            <pc:docMk/>
            <pc:sldMk cId="0" sldId="257"/>
            <ac:spMk id="7" creationId="{00000000-0000-0000-0000-000000000000}"/>
          </ac:spMkLst>
        </pc:spChg>
        <pc:spChg chg="mod">
          <ac:chgData name="Bernard Malhame" userId="b839fb75dd248b62" providerId="LiveId" clId="{42EF71DA-05AB-46E4-A0B6-8AB09BB779F5}" dt="2026-03-26T16:23:04.902" v="3402" actId="1036"/>
          <ac:spMkLst>
            <pc:docMk/>
            <pc:sldMk cId="0" sldId="257"/>
            <ac:spMk id="8" creationId="{00000000-0000-0000-0000-000000000000}"/>
          </ac:spMkLst>
        </pc:spChg>
        <pc:spChg chg="mod">
          <ac:chgData name="Bernard Malhame" userId="b839fb75dd248b62" providerId="LiveId" clId="{42EF71DA-05AB-46E4-A0B6-8AB09BB779F5}" dt="2026-03-26T16:23:41.745" v="3438" actId="1036"/>
          <ac:spMkLst>
            <pc:docMk/>
            <pc:sldMk cId="0" sldId="257"/>
            <ac:spMk id="9" creationId="{00000000-0000-0000-0000-000000000000}"/>
          </ac:spMkLst>
        </pc:spChg>
        <pc:spChg chg="mod">
          <ac:chgData name="Bernard Malhame" userId="b839fb75dd248b62" providerId="LiveId" clId="{42EF71DA-05AB-46E4-A0B6-8AB09BB779F5}" dt="2026-03-26T16:23:34.741" v="3432" actId="1035"/>
          <ac:spMkLst>
            <pc:docMk/>
            <pc:sldMk cId="0" sldId="257"/>
            <ac:spMk id="10" creationId="{00000000-0000-0000-0000-000000000000}"/>
          </ac:spMkLst>
        </pc:spChg>
        <pc:spChg chg="mod">
          <ac:chgData name="Bernard Malhame" userId="b839fb75dd248b62" providerId="LiveId" clId="{42EF71DA-05AB-46E4-A0B6-8AB09BB779F5}" dt="2026-03-26T16:23:26.409" v="3423" actId="1036"/>
          <ac:spMkLst>
            <pc:docMk/>
            <pc:sldMk cId="0" sldId="257"/>
            <ac:spMk id="11" creationId="{00000000-0000-0000-0000-000000000000}"/>
          </ac:spMkLst>
        </pc:spChg>
        <pc:spChg chg="mod">
          <ac:chgData name="Bernard Malhame" userId="b839fb75dd248b62" providerId="LiveId" clId="{42EF71DA-05AB-46E4-A0B6-8AB09BB779F5}" dt="2026-03-26T16:23:49.259" v="3446" actId="1036"/>
          <ac:spMkLst>
            <pc:docMk/>
            <pc:sldMk cId="0" sldId="257"/>
            <ac:spMk id="12" creationId="{00000000-0000-0000-0000-000000000000}"/>
          </ac:spMkLst>
        </pc:spChg>
        <pc:spChg chg="mod">
          <ac:chgData name="Bernard Malhame" userId="b839fb75dd248b62" providerId="LiveId" clId="{42EF71DA-05AB-46E4-A0B6-8AB09BB779F5}" dt="2026-03-26T16:24:09.514" v="3471" actId="1036"/>
          <ac:spMkLst>
            <pc:docMk/>
            <pc:sldMk cId="0" sldId="257"/>
            <ac:spMk id="13" creationId="{00000000-0000-0000-0000-000000000000}"/>
          </ac:spMkLst>
        </pc:spChg>
        <pc:spChg chg="mod">
          <ac:chgData name="Bernard Malhame" userId="b839fb75dd248b62" providerId="LiveId" clId="{42EF71DA-05AB-46E4-A0B6-8AB09BB779F5}" dt="2026-03-26T16:24:01.891" v="3464" actId="1036"/>
          <ac:spMkLst>
            <pc:docMk/>
            <pc:sldMk cId="0" sldId="257"/>
            <ac:spMk id="14" creationId="{00000000-0000-0000-0000-000000000000}"/>
          </ac:spMkLst>
        </pc:spChg>
        <pc:spChg chg="mod">
          <ac:chgData name="Bernard Malhame" userId="b839fb75dd248b62" providerId="LiveId" clId="{42EF71DA-05AB-46E4-A0B6-8AB09BB779F5}" dt="2026-03-26T16:23:54.875" v="3455" actId="1036"/>
          <ac:spMkLst>
            <pc:docMk/>
            <pc:sldMk cId="0" sldId="257"/>
            <ac:spMk id="15" creationId="{00000000-0000-0000-0000-000000000000}"/>
          </ac:spMkLst>
        </pc:spChg>
        <pc:spChg chg="mod">
          <ac:chgData name="Bernard Malhame" userId="b839fb75dd248b62" providerId="LiveId" clId="{42EF71DA-05AB-46E4-A0B6-8AB09BB779F5}" dt="2026-03-26T16:24:52.932" v="3498" actId="1036"/>
          <ac:spMkLst>
            <pc:docMk/>
            <pc:sldMk cId="0" sldId="257"/>
            <ac:spMk id="16" creationId="{00000000-0000-0000-0000-000000000000}"/>
          </ac:spMkLst>
        </pc:spChg>
        <pc:spChg chg="mod">
          <ac:chgData name="Bernard Malhame" userId="b839fb75dd248b62" providerId="LiveId" clId="{42EF71DA-05AB-46E4-A0B6-8AB09BB779F5}" dt="2026-03-26T16:24:46.599" v="3497" actId="1036"/>
          <ac:spMkLst>
            <pc:docMk/>
            <pc:sldMk cId="0" sldId="257"/>
            <ac:spMk id="17" creationId="{00000000-0000-0000-0000-000000000000}"/>
          </ac:spMkLst>
        </pc:spChg>
        <pc:spChg chg="mod">
          <ac:chgData name="Bernard Malhame" userId="b839fb75dd248b62" providerId="LiveId" clId="{42EF71DA-05AB-46E4-A0B6-8AB09BB779F5}" dt="2026-03-26T16:25:00.741" v="3501" actId="1036"/>
          <ac:spMkLst>
            <pc:docMk/>
            <pc:sldMk cId="0" sldId="257"/>
            <ac:spMk id="18" creationId="{00000000-0000-0000-0000-000000000000}"/>
          </ac:spMkLst>
        </pc:spChg>
        <pc:spChg chg="mod">
          <ac:chgData name="Bernard Malhame" userId="b839fb75dd248b62" providerId="LiveId" clId="{42EF71DA-05AB-46E4-A0B6-8AB09BB779F5}" dt="2026-03-26T16:24:28.495" v="3486" actId="1036"/>
          <ac:spMkLst>
            <pc:docMk/>
            <pc:sldMk cId="0" sldId="257"/>
            <ac:spMk id="19" creationId="{00000000-0000-0000-0000-000000000000}"/>
          </ac:spMkLst>
        </pc:spChg>
        <pc:spChg chg="add mod">
          <ac:chgData name="Bernard Malhame" userId="b839fb75dd248b62" providerId="LiveId" clId="{42EF71DA-05AB-46E4-A0B6-8AB09BB779F5}" dt="2026-03-25T20:25:20.669" v="2538" actId="1035"/>
          <ac:spMkLst>
            <pc:docMk/>
            <pc:sldMk cId="0" sldId="257"/>
            <ac:spMk id="20" creationId="{C19F21FF-0839-4B1F-5246-FBF42E4B553E}"/>
          </ac:spMkLst>
        </pc:spChg>
        <pc:spChg chg="add mod ord">
          <ac:chgData name="Bernard Malhame" userId="b839fb75dd248b62" providerId="LiveId" clId="{42EF71DA-05AB-46E4-A0B6-8AB09BB779F5}" dt="2026-03-26T16:30:16.175" v="3594" actId="171"/>
          <ac:spMkLst>
            <pc:docMk/>
            <pc:sldMk cId="0" sldId="257"/>
            <ac:spMk id="22" creationId="{2B6E28D9-EAAA-C1F6-CBE0-83AA9E5A50CE}"/>
          </ac:spMkLst>
        </pc:spChg>
        <pc:spChg chg="mod">
          <ac:chgData name="Bernard Malhame" userId="b839fb75dd248b62" providerId="LiveId" clId="{42EF71DA-05AB-46E4-A0B6-8AB09BB779F5}" dt="2026-03-25T20:16:35.421" v="2402" actId="20577"/>
          <ac:spMkLst>
            <pc:docMk/>
            <pc:sldMk cId="0" sldId="257"/>
            <ac:spMk id="23" creationId="{00000000-0000-0000-0000-000000000000}"/>
          </ac:spMkLst>
        </pc:spChg>
        <pc:spChg chg="add mod ord">
          <ac:chgData name="Bernard Malhame" userId="b839fb75dd248b62" providerId="LiveId" clId="{42EF71DA-05AB-46E4-A0B6-8AB09BB779F5}" dt="2026-03-26T16:31:20.591" v="3600" actId="167"/>
          <ac:spMkLst>
            <pc:docMk/>
            <pc:sldMk cId="0" sldId="257"/>
            <ac:spMk id="24" creationId="{AC4D31F7-AF9B-586A-B940-7482B170E5CF}"/>
          </ac:spMkLst>
        </pc:spChg>
        <pc:spChg chg="add del mod">
          <ac:chgData name="Bernard Malhame" userId="b839fb75dd248b62" providerId="LiveId" clId="{42EF71DA-05AB-46E4-A0B6-8AB09BB779F5}" dt="2026-03-25T20:24:14.413" v="2494" actId="478"/>
          <ac:spMkLst>
            <pc:docMk/>
            <pc:sldMk cId="0" sldId="257"/>
            <ac:spMk id="24" creationId="{C92DB927-C137-6FE0-3186-D2439006CE9D}"/>
          </ac:spMkLst>
        </pc:spChg>
        <pc:spChg chg="del mod">
          <ac:chgData name="Bernard Malhame" userId="b839fb75dd248b62" providerId="LiveId" clId="{42EF71DA-05AB-46E4-A0B6-8AB09BB779F5}" dt="2026-03-25T20:24:22.167" v="2495" actId="478"/>
          <ac:spMkLst>
            <pc:docMk/>
            <pc:sldMk cId="0" sldId="257"/>
            <ac:spMk id="25" creationId="{00000000-0000-0000-0000-000000000000}"/>
          </ac:spMkLst>
        </pc:spChg>
        <pc:spChg chg="add mod">
          <ac:chgData name="Bernard Malhame" userId="b839fb75dd248b62" providerId="LiveId" clId="{42EF71DA-05AB-46E4-A0B6-8AB09BB779F5}" dt="2026-03-26T16:25:46.147" v="3507" actId="255"/>
          <ac:spMkLst>
            <pc:docMk/>
            <pc:sldMk cId="0" sldId="257"/>
            <ac:spMk id="27" creationId="{D8980FB7-76EE-AF24-7B2C-FEFBB1F8E383}"/>
          </ac:spMkLst>
        </pc:spChg>
        <pc:spChg chg="add mod">
          <ac:chgData name="Bernard Malhame" userId="b839fb75dd248b62" providerId="LiveId" clId="{42EF71DA-05AB-46E4-A0B6-8AB09BB779F5}" dt="2026-03-25T17:36:06.547" v="1659"/>
          <ac:spMkLst>
            <pc:docMk/>
            <pc:sldMk cId="0" sldId="257"/>
            <ac:spMk id="27" creationId="{F9E03443-6301-FF52-50A8-BE2D903512CE}"/>
          </ac:spMkLst>
        </pc:spChg>
        <pc:spChg chg="mod">
          <ac:chgData name="Bernard Malhame" userId="b839fb75dd248b62" providerId="LiveId" clId="{42EF71DA-05AB-46E4-A0B6-8AB09BB779F5}" dt="2026-03-25T17:39:05.997" v="1949" actId="14100"/>
          <ac:spMkLst>
            <pc:docMk/>
            <pc:sldMk cId="0" sldId="257"/>
            <ac:spMk id="28" creationId="{00000000-0000-0000-0000-000000000000}"/>
          </ac:spMkLst>
        </pc:spChg>
        <pc:spChg chg="add mod">
          <ac:chgData name="Bernard Malhame" userId="b839fb75dd248b62" providerId="LiveId" clId="{42EF71DA-05AB-46E4-A0B6-8AB09BB779F5}" dt="2026-03-25T20:18:33.162" v="2404"/>
          <ac:spMkLst>
            <pc:docMk/>
            <pc:sldMk cId="0" sldId="257"/>
            <ac:spMk id="32" creationId="{1FC5F4D0-C3C0-0459-3A0A-7C091BFBB0E5}"/>
          </ac:spMkLst>
        </pc:spChg>
        <pc:spChg chg="del mod">
          <ac:chgData name="Bernard Malhame" userId="b839fb75dd248b62" providerId="LiveId" clId="{42EF71DA-05AB-46E4-A0B6-8AB09BB779F5}" dt="2026-03-25T20:24:58.982" v="2496" actId="478"/>
          <ac:spMkLst>
            <pc:docMk/>
            <pc:sldMk cId="0" sldId="257"/>
            <ac:spMk id="35" creationId="{00000000-0000-0000-0000-000000000000}"/>
          </ac:spMkLst>
        </pc:spChg>
        <pc:spChg chg="mod">
          <ac:chgData name="Bernard Malhame" userId="b839fb75dd248b62" providerId="LiveId" clId="{42EF71DA-05AB-46E4-A0B6-8AB09BB779F5}" dt="2026-03-26T16:08:19.580" v="3137"/>
          <ac:spMkLst>
            <pc:docMk/>
            <pc:sldMk cId="0" sldId="257"/>
            <ac:spMk id="37" creationId="{9F3CFAB8-7E06-8AE3-E110-B77FF5D22AB6}"/>
          </ac:spMkLst>
        </pc:spChg>
      </pc:sldChg>
      <pc:sldChg chg="delSp modSp mod">
        <pc:chgData name="Bernard Malhame" userId="b839fb75dd248b62" providerId="LiveId" clId="{42EF71DA-05AB-46E4-A0B6-8AB09BB779F5}" dt="2026-03-26T15:51:16.167" v="3026" actId="20577"/>
        <pc:sldMkLst>
          <pc:docMk/>
          <pc:sldMk cId="0" sldId="258"/>
        </pc:sldMkLst>
        <pc:spChg chg="mod">
          <ac:chgData name="Bernard Malhame" userId="b839fb75dd248b62" providerId="LiveId" clId="{42EF71DA-05AB-46E4-A0B6-8AB09BB779F5}" dt="2026-03-26T15:51:16.167" v="3026" actId="20577"/>
          <ac:spMkLst>
            <pc:docMk/>
            <pc:sldMk cId="0" sldId="258"/>
            <ac:spMk id="3" creationId="{00000000-0000-0000-0000-000000000000}"/>
          </ac:spMkLst>
        </pc:spChg>
        <pc:spChg chg="mod">
          <ac:chgData name="Bernard Malhame" userId="b839fb75dd248b62" providerId="LiveId" clId="{42EF71DA-05AB-46E4-A0B6-8AB09BB779F5}" dt="2026-03-23T22:50:35.614" v="341" actId="1035"/>
          <ac:spMkLst>
            <pc:docMk/>
            <pc:sldMk cId="0" sldId="258"/>
            <ac:spMk id="8" creationId="{00000000-0000-0000-0000-000000000000}"/>
          </ac:spMkLst>
        </pc:spChg>
        <pc:spChg chg="mod">
          <ac:chgData name="Bernard Malhame" userId="b839fb75dd248b62" providerId="LiveId" clId="{42EF71DA-05AB-46E4-A0B6-8AB09BB779F5}" dt="2026-03-23T22:50:51.674" v="353" actId="1036"/>
          <ac:spMkLst>
            <pc:docMk/>
            <pc:sldMk cId="0" sldId="258"/>
            <ac:spMk id="10" creationId="{00000000-0000-0000-0000-000000000000}"/>
          </ac:spMkLst>
        </pc:spChg>
        <pc:spChg chg="mod">
          <ac:chgData name="Bernard Malhame" userId="b839fb75dd248b62" providerId="LiveId" clId="{42EF71DA-05AB-46E4-A0B6-8AB09BB779F5}" dt="2026-03-23T22:50:46.948" v="349" actId="1035"/>
          <ac:spMkLst>
            <pc:docMk/>
            <pc:sldMk cId="0" sldId="258"/>
            <ac:spMk id="12" creationId="{00000000-0000-0000-0000-000000000000}"/>
          </ac:spMkLst>
        </pc:spChg>
        <pc:spChg chg="mod">
          <ac:chgData name="Bernard Malhame" userId="b839fb75dd248b62" providerId="LiveId" clId="{42EF71DA-05AB-46E4-A0B6-8AB09BB779F5}" dt="2026-03-25T21:46:56.932" v="2638" actId="20577"/>
          <ac:spMkLst>
            <pc:docMk/>
            <pc:sldMk cId="0" sldId="258"/>
            <ac:spMk id="14" creationId="{00000000-0000-0000-0000-000000000000}"/>
          </ac:spMkLst>
        </pc:spChg>
      </pc:sldChg>
      <pc:sldChg chg="modSp mod">
        <pc:chgData name="Bernard Malhame" userId="b839fb75dd248b62" providerId="LiveId" clId="{42EF71DA-05AB-46E4-A0B6-8AB09BB779F5}" dt="2026-03-26T16:32:39.650" v="3601" actId="113"/>
        <pc:sldMkLst>
          <pc:docMk/>
          <pc:sldMk cId="0" sldId="259"/>
        </pc:sldMkLst>
        <pc:spChg chg="mod">
          <ac:chgData name="Bernard Malhame" userId="b839fb75dd248b62" providerId="LiveId" clId="{42EF71DA-05AB-46E4-A0B6-8AB09BB779F5}" dt="2026-03-25T21:52:41.123" v="2692" actId="1035"/>
          <ac:spMkLst>
            <pc:docMk/>
            <pc:sldMk cId="0" sldId="259"/>
            <ac:spMk id="6" creationId="{00000000-0000-0000-0000-000000000000}"/>
          </ac:spMkLst>
        </pc:spChg>
        <pc:spChg chg="mod">
          <ac:chgData name="Bernard Malhame" userId="b839fb75dd248b62" providerId="LiveId" clId="{42EF71DA-05AB-46E4-A0B6-8AB09BB779F5}" dt="2026-03-25T21:52:47.410" v="2696" actId="1035"/>
          <ac:spMkLst>
            <pc:docMk/>
            <pc:sldMk cId="0" sldId="259"/>
            <ac:spMk id="7" creationId="{00000000-0000-0000-0000-000000000000}"/>
          </ac:spMkLst>
        </pc:spChg>
        <pc:spChg chg="mod">
          <ac:chgData name="Bernard Malhame" userId="b839fb75dd248b62" providerId="LiveId" clId="{42EF71DA-05AB-46E4-A0B6-8AB09BB779F5}" dt="2026-03-26T16:32:39.650" v="3601" actId="113"/>
          <ac:spMkLst>
            <pc:docMk/>
            <pc:sldMk cId="0" sldId="259"/>
            <ac:spMk id="8" creationId="{00000000-0000-0000-0000-000000000000}"/>
          </ac:spMkLst>
        </pc:spChg>
        <pc:spChg chg="mod">
          <ac:chgData name="Bernard Malhame" userId="b839fb75dd248b62" providerId="LiveId" clId="{42EF71DA-05AB-46E4-A0B6-8AB09BB779F5}" dt="2026-03-25T22:41:14.871" v="2904" actId="20577"/>
          <ac:spMkLst>
            <pc:docMk/>
            <pc:sldMk cId="0" sldId="259"/>
            <ac:spMk id="10" creationId="{00000000-0000-0000-0000-000000000000}"/>
          </ac:spMkLst>
        </pc:spChg>
        <pc:spChg chg="mod">
          <ac:chgData name="Bernard Malhame" userId="b839fb75dd248b62" providerId="LiveId" clId="{42EF71DA-05AB-46E4-A0B6-8AB09BB779F5}" dt="2026-03-25T22:48:59.723" v="2930" actId="1035"/>
          <ac:spMkLst>
            <pc:docMk/>
            <pc:sldMk cId="0" sldId="259"/>
            <ac:spMk id="14" creationId="{4BE8EEB2-6DA4-065B-F166-F01DAB24A667}"/>
          </ac:spMkLst>
        </pc:spChg>
        <pc:cxnChg chg="mod">
          <ac:chgData name="Bernard Malhame" userId="b839fb75dd248b62" providerId="LiveId" clId="{42EF71DA-05AB-46E4-A0B6-8AB09BB779F5}" dt="2026-03-25T22:48:46.025" v="2922" actId="1035"/>
          <ac:cxnSpMkLst>
            <pc:docMk/>
            <pc:sldMk cId="0" sldId="259"/>
            <ac:cxnSpMk id="13" creationId="{866F8014-2EC5-18C5-2EFB-C747D8645A97}"/>
          </ac:cxnSpMkLst>
        </pc:cxnChg>
      </pc:sldChg>
      <pc:sldChg chg="addSp delSp modSp mod">
        <pc:chgData name="Bernard Malhame" userId="b839fb75dd248b62" providerId="LiveId" clId="{42EF71DA-05AB-46E4-A0B6-8AB09BB779F5}" dt="2026-03-26T16:21:06.464" v="3372" actId="207"/>
        <pc:sldMkLst>
          <pc:docMk/>
          <pc:sldMk cId="0" sldId="261"/>
        </pc:sldMkLst>
        <pc:spChg chg="mod">
          <ac:chgData name="Bernard Malhame" userId="b839fb75dd248b62" providerId="LiveId" clId="{42EF71DA-05AB-46E4-A0B6-8AB09BB779F5}" dt="2026-03-26T16:21:06.464" v="3372" actId="207"/>
          <ac:spMkLst>
            <pc:docMk/>
            <pc:sldMk cId="0" sldId="261"/>
            <ac:spMk id="2" creationId="{00000000-0000-0000-0000-000000000000}"/>
          </ac:spMkLst>
        </pc:spChg>
        <pc:spChg chg="add mod">
          <ac:chgData name="Bernard Malhame" userId="b839fb75dd248b62" providerId="LiveId" clId="{42EF71DA-05AB-46E4-A0B6-8AB09BB779F5}" dt="2026-03-23T22:47:58.873" v="279" actId="207"/>
          <ac:spMkLst>
            <pc:docMk/>
            <pc:sldMk cId="0" sldId="261"/>
            <ac:spMk id="9" creationId="{71B2A5F1-BA12-2865-E54F-12920F4ECAC3}"/>
          </ac:spMkLst>
        </pc:spChg>
        <pc:spChg chg="mod">
          <ac:chgData name="Bernard Malhame" userId="b839fb75dd248b62" providerId="LiveId" clId="{42EF71DA-05AB-46E4-A0B6-8AB09BB779F5}" dt="2026-03-23T22:18:29.816" v="63" actId="1037"/>
          <ac:spMkLst>
            <pc:docMk/>
            <pc:sldMk cId="0" sldId="261"/>
            <ac:spMk id="10" creationId="{00000000-0000-0000-0000-000000000000}"/>
          </ac:spMkLst>
        </pc:spChg>
        <pc:spChg chg="mod">
          <ac:chgData name="Bernard Malhame" userId="b839fb75dd248b62" providerId="LiveId" clId="{42EF71DA-05AB-46E4-A0B6-8AB09BB779F5}" dt="2026-03-23T22:47:07.598" v="277" actId="1037"/>
          <ac:spMkLst>
            <pc:docMk/>
            <pc:sldMk cId="0" sldId="261"/>
            <ac:spMk id="12" creationId="{00000000-0000-0000-0000-000000000000}"/>
          </ac:spMkLst>
        </pc:spChg>
      </pc:sldChg>
      <pc:sldChg chg="addSp delSp modSp mod">
        <pc:chgData name="Bernard Malhame" userId="b839fb75dd248b62" providerId="LiveId" clId="{42EF71DA-05AB-46E4-A0B6-8AB09BB779F5}" dt="2026-03-26T16:35:07.480" v="3663" actId="20577"/>
        <pc:sldMkLst>
          <pc:docMk/>
          <pc:sldMk cId="0" sldId="262"/>
        </pc:sldMkLst>
        <pc:spChg chg="mod">
          <ac:chgData name="Bernard Malhame" userId="b839fb75dd248b62" providerId="LiveId" clId="{42EF71DA-05AB-46E4-A0B6-8AB09BB779F5}" dt="2026-03-26T16:21:16.426" v="3373" actId="207"/>
          <ac:spMkLst>
            <pc:docMk/>
            <pc:sldMk cId="0" sldId="262"/>
            <ac:spMk id="2" creationId="{00000000-0000-0000-0000-000000000000}"/>
          </ac:spMkLst>
        </pc:spChg>
        <pc:spChg chg="mod">
          <ac:chgData name="Bernard Malhame" userId="b839fb75dd248b62" providerId="LiveId" clId="{42EF71DA-05AB-46E4-A0B6-8AB09BB779F5}" dt="2026-03-26T16:35:07.480" v="3663" actId="20577"/>
          <ac:spMkLst>
            <pc:docMk/>
            <pc:sldMk cId="0" sldId="262"/>
            <ac:spMk id="3" creationId="{00000000-0000-0000-0000-000000000000}"/>
          </ac:spMkLst>
        </pc:spChg>
        <pc:spChg chg="add mod">
          <ac:chgData name="Bernard Malhame" userId="b839fb75dd248b62" providerId="LiveId" clId="{42EF71DA-05AB-46E4-A0B6-8AB09BB779F5}" dt="2026-03-25T19:38:52.635" v="2308" actId="1038"/>
          <ac:spMkLst>
            <pc:docMk/>
            <pc:sldMk cId="0" sldId="262"/>
            <ac:spMk id="5" creationId="{19CED621-2F01-711B-8FD9-CAA97913A59A}"/>
          </ac:spMkLst>
        </pc:spChg>
        <pc:spChg chg="mod">
          <ac:chgData name="Bernard Malhame" userId="b839fb75dd248b62" providerId="LiveId" clId="{42EF71DA-05AB-46E4-A0B6-8AB09BB779F5}" dt="2026-03-25T01:45:41.319" v="1261" actId="1035"/>
          <ac:spMkLst>
            <pc:docMk/>
            <pc:sldMk cId="0" sldId="262"/>
            <ac:spMk id="6" creationId="{00000000-0000-0000-0000-000000000000}"/>
          </ac:spMkLst>
        </pc:spChg>
        <pc:spChg chg="mod">
          <ac:chgData name="Bernard Malhame" userId="b839fb75dd248b62" providerId="LiveId" clId="{42EF71DA-05AB-46E4-A0B6-8AB09BB779F5}" dt="2026-03-25T22:04:09.499" v="2804" actId="20577"/>
          <ac:spMkLst>
            <pc:docMk/>
            <pc:sldMk cId="0" sldId="262"/>
            <ac:spMk id="7" creationId="{00000000-0000-0000-0000-000000000000}"/>
          </ac:spMkLst>
        </pc:spChg>
        <pc:spChg chg="add mod">
          <ac:chgData name="Bernard Malhame" userId="b839fb75dd248b62" providerId="LiveId" clId="{42EF71DA-05AB-46E4-A0B6-8AB09BB779F5}" dt="2026-03-25T19:35:34.473" v="2126" actId="767"/>
          <ac:spMkLst>
            <pc:docMk/>
            <pc:sldMk cId="0" sldId="262"/>
            <ac:spMk id="8" creationId="{588E25DC-6822-3C8C-8E76-F9D863E6F3AD}"/>
          </ac:spMkLst>
        </pc:spChg>
        <pc:spChg chg="del mod">
          <ac:chgData name="Bernard Malhame" userId="b839fb75dd248b62" providerId="LiveId" clId="{42EF71DA-05AB-46E4-A0B6-8AB09BB779F5}" dt="2026-03-25T01:47:40.529" v="1391" actId="478"/>
          <ac:spMkLst>
            <pc:docMk/>
            <pc:sldMk cId="0" sldId="262"/>
            <ac:spMk id="8" creationId="{BFBF795C-37C2-5156-28E0-ACC55FD516FD}"/>
          </ac:spMkLst>
        </pc:spChg>
        <pc:spChg chg="add del">
          <ac:chgData name="Bernard Malhame" userId="b839fb75dd248b62" providerId="LiveId" clId="{42EF71DA-05AB-46E4-A0B6-8AB09BB779F5}" dt="2026-03-25T01:34:26.382" v="1088" actId="478"/>
          <ac:spMkLst>
            <pc:docMk/>
            <pc:sldMk cId="0" sldId="262"/>
            <ac:spMk id="9" creationId="{BE845E8D-6302-0299-F840-D91385AFA5C2}"/>
          </ac:spMkLst>
        </pc:spChg>
        <pc:spChg chg="add mod">
          <ac:chgData name="Bernard Malhame" userId="b839fb75dd248b62" providerId="LiveId" clId="{42EF71DA-05AB-46E4-A0B6-8AB09BB779F5}" dt="2026-03-25T01:34:30.941" v="1091" actId="1038"/>
          <ac:spMkLst>
            <pc:docMk/>
            <pc:sldMk cId="0" sldId="262"/>
            <ac:spMk id="10" creationId="{0020E639-4350-28C8-5117-5F7F54C21AB2}"/>
          </ac:spMkLst>
        </pc:spChg>
        <pc:spChg chg="add del mod">
          <ac:chgData name="Bernard Malhame" userId="b839fb75dd248b62" providerId="LiveId" clId="{42EF71DA-05AB-46E4-A0B6-8AB09BB779F5}" dt="2026-03-25T19:36:15.681" v="2129" actId="478"/>
          <ac:spMkLst>
            <pc:docMk/>
            <pc:sldMk cId="0" sldId="262"/>
            <ac:spMk id="10" creationId="{0B691036-7915-ED2C-717A-9786B95D7574}"/>
          </ac:spMkLst>
        </pc:spChg>
        <pc:spChg chg="add mod">
          <ac:chgData name="Bernard Malhame" userId="b839fb75dd248b62" providerId="LiveId" clId="{42EF71DA-05AB-46E4-A0B6-8AB09BB779F5}" dt="2026-03-25T19:37:40.450" v="2284" actId="1036"/>
          <ac:spMkLst>
            <pc:docMk/>
            <pc:sldMk cId="0" sldId="262"/>
            <ac:spMk id="11" creationId="{1761F1C4-E1A1-649A-FAF9-4BFED137C2BC}"/>
          </ac:spMkLst>
        </pc:spChg>
        <pc:picChg chg="add del">
          <ac:chgData name="Bernard Malhame" userId="b839fb75dd248b62" providerId="LiveId" clId="{42EF71DA-05AB-46E4-A0B6-8AB09BB779F5}" dt="2026-03-25T01:34:34.466" v="1092" actId="478"/>
          <ac:picMkLst>
            <pc:docMk/>
            <pc:sldMk cId="0" sldId="262"/>
            <ac:picMk id="4" creationId="{00000000-0000-0000-0000-000000000000}"/>
          </ac:picMkLst>
        </pc:picChg>
        <pc:picChg chg="del">
          <ac:chgData name="Bernard Malhame" userId="b839fb75dd248b62" providerId="LiveId" clId="{42EF71DA-05AB-46E4-A0B6-8AB09BB779F5}" dt="2026-03-25T01:46:43.415" v="1265" actId="478"/>
          <ac:picMkLst>
            <pc:docMk/>
            <pc:sldMk cId="0" sldId="262"/>
            <ac:picMk id="5" creationId="{00000000-0000-0000-0000-000000000000}"/>
          </ac:picMkLst>
        </pc:picChg>
        <pc:picChg chg="add del">
          <ac:chgData name="Bernard Malhame" userId="b839fb75dd248b62" providerId="LiveId" clId="{42EF71DA-05AB-46E4-A0B6-8AB09BB779F5}" dt="2026-03-25T01:34:34.466" v="1092" actId="478"/>
          <ac:picMkLst>
            <pc:docMk/>
            <pc:sldMk cId="0" sldId="262"/>
            <ac:picMk id="1026" creationId="{FA76AE49-B960-6D40-4FE7-FD6CA1E7447C}"/>
          </ac:picMkLst>
        </pc:picChg>
        <pc:picChg chg="add mod">
          <ac:chgData name="Bernard Malhame" userId="b839fb75dd248b62" providerId="LiveId" clId="{42EF71DA-05AB-46E4-A0B6-8AB09BB779F5}" dt="2026-03-25T01:34:22.919" v="1087" actId="1037"/>
          <ac:picMkLst>
            <pc:docMk/>
            <pc:sldMk cId="0" sldId="262"/>
            <ac:picMk id="1028" creationId="{59AA96C0-F5AF-910C-9453-6F06DEE24419}"/>
          </ac:picMkLst>
        </pc:picChg>
        <pc:picChg chg="add mod">
          <ac:chgData name="Bernard Malhame" userId="b839fb75dd248b62" providerId="LiveId" clId="{42EF71DA-05AB-46E4-A0B6-8AB09BB779F5}" dt="2026-03-25T19:35:05.384" v="2119" actId="1076"/>
          <ac:picMkLst>
            <pc:docMk/>
            <pc:sldMk cId="0" sldId="262"/>
            <ac:picMk id="1030" creationId="{3892780C-04E7-52DE-9FFB-9840A4E31A3B}"/>
          </ac:picMkLst>
        </pc:picChg>
      </pc:sldChg>
      <pc:sldChg chg="modSp mod">
        <pc:chgData name="Bernard Malhame" userId="b839fb75dd248b62" providerId="LiveId" clId="{42EF71DA-05AB-46E4-A0B6-8AB09BB779F5}" dt="2026-03-26T16:22:20.136" v="3376" actId="1036"/>
        <pc:sldMkLst>
          <pc:docMk/>
          <pc:sldMk cId="0" sldId="263"/>
        </pc:sldMkLst>
        <pc:spChg chg="mod">
          <ac:chgData name="Bernard Malhame" userId="b839fb75dd248b62" providerId="LiveId" clId="{42EF71DA-05AB-46E4-A0B6-8AB09BB779F5}" dt="2026-03-23T22:13:36.190" v="17" actId="20577"/>
          <ac:spMkLst>
            <pc:docMk/>
            <pc:sldMk cId="0" sldId="263"/>
            <ac:spMk id="3" creationId="{00000000-0000-0000-0000-000000000000}"/>
          </ac:spMkLst>
        </pc:spChg>
        <pc:spChg chg="mod">
          <ac:chgData name="Bernard Malhame" userId="b839fb75dd248b62" providerId="LiveId" clId="{42EF71DA-05AB-46E4-A0B6-8AB09BB779F5}" dt="2026-03-25T21:50:30.712" v="2659" actId="20577"/>
          <ac:spMkLst>
            <pc:docMk/>
            <pc:sldMk cId="0" sldId="263"/>
            <ac:spMk id="18" creationId="{6E148A95-7F52-FFCF-560F-8B1DD6BD57A4}"/>
          </ac:spMkLst>
        </pc:spChg>
        <pc:picChg chg="mod">
          <ac:chgData name="Bernard Malhame" userId="b839fb75dd248b62" providerId="LiveId" clId="{42EF71DA-05AB-46E4-A0B6-8AB09BB779F5}" dt="2026-03-26T16:22:20.136" v="3376" actId="1036"/>
          <ac:picMkLst>
            <pc:docMk/>
            <pc:sldMk cId="0" sldId="263"/>
            <ac:picMk id="4" creationId="{00000000-0000-0000-0000-000000000000}"/>
          </ac:picMkLst>
        </pc:picChg>
      </pc:sldChg>
      <pc:sldChg chg="modSp mod">
        <pc:chgData name="Bernard Malhame" userId="b839fb75dd248b62" providerId="LiveId" clId="{42EF71DA-05AB-46E4-A0B6-8AB09BB779F5}" dt="2026-03-26T16:21:38.915" v="3375" actId="207"/>
        <pc:sldMkLst>
          <pc:docMk/>
          <pc:sldMk cId="0" sldId="264"/>
        </pc:sldMkLst>
        <pc:spChg chg="mod">
          <ac:chgData name="Bernard Malhame" userId="b839fb75dd248b62" providerId="LiveId" clId="{42EF71DA-05AB-46E4-A0B6-8AB09BB779F5}" dt="2026-03-26T16:21:38.915" v="3375" actId="207"/>
          <ac:spMkLst>
            <pc:docMk/>
            <pc:sldMk cId="0" sldId="264"/>
            <ac:spMk id="4" creationId="{00000000-0000-0000-0000-000000000000}"/>
          </ac:spMkLst>
        </pc:spChg>
        <pc:spChg chg="mod">
          <ac:chgData name="Bernard Malhame" userId="b839fb75dd248b62" providerId="LiveId" clId="{42EF71DA-05AB-46E4-A0B6-8AB09BB779F5}" dt="2026-03-25T22:58:41.499" v="2995" actId="1035"/>
          <ac:spMkLst>
            <pc:docMk/>
            <pc:sldMk cId="0" sldId="264"/>
            <ac:spMk id="5" creationId="{00000000-0000-0000-0000-000000000000}"/>
          </ac:spMkLst>
        </pc:spChg>
        <pc:spChg chg="mod">
          <ac:chgData name="Bernard Malhame" userId="b839fb75dd248b62" providerId="LiveId" clId="{42EF71DA-05AB-46E4-A0B6-8AB09BB779F5}" dt="2026-03-25T22:04:52.782" v="2805" actId="6549"/>
          <ac:spMkLst>
            <pc:docMk/>
            <pc:sldMk cId="0" sldId="264"/>
            <ac:spMk id="11" creationId="{00000000-0000-0000-0000-000000000000}"/>
          </ac:spMkLst>
        </pc:spChg>
        <pc:spChg chg="mod">
          <ac:chgData name="Bernard Malhame" userId="b839fb75dd248b62" providerId="LiveId" clId="{42EF71DA-05AB-46E4-A0B6-8AB09BB779F5}" dt="2026-03-25T22:05:17.583" v="2832" actId="1035"/>
          <ac:spMkLst>
            <pc:docMk/>
            <pc:sldMk cId="0" sldId="264"/>
            <ac:spMk id="12" creationId="{00000000-0000-0000-0000-000000000000}"/>
          </ac:spMkLst>
        </pc:spChg>
        <pc:spChg chg="mod">
          <ac:chgData name="Bernard Malhame" userId="b839fb75dd248b62" providerId="LiveId" clId="{42EF71DA-05AB-46E4-A0B6-8AB09BB779F5}" dt="2026-03-25T22:05:24.946" v="2853" actId="1036"/>
          <ac:spMkLst>
            <pc:docMk/>
            <pc:sldMk cId="0" sldId="264"/>
            <ac:spMk id="13" creationId="{00000000-0000-0000-0000-000000000000}"/>
          </ac:spMkLst>
        </pc:spChg>
        <pc:spChg chg="mod">
          <ac:chgData name="Bernard Malhame" userId="b839fb75dd248b62" providerId="LiveId" clId="{42EF71DA-05AB-46E4-A0B6-8AB09BB779F5}" dt="2026-03-25T22:05:33.692" v="2875" actId="1035"/>
          <ac:spMkLst>
            <pc:docMk/>
            <pc:sldMk cId="0" sldId="264"/>
            <ac:spMk id="14" creationId="{00000000-0000-0000-0000-000000000000}"/>
          </ac:spMkLst>
        </pc:spChg>
        <pc:spChg chg="mod">
          <ac:chgData name="Bernard Malhame" userId="b839fb75dd248b62" providerId="LiveId" clId="{42EF71DA-05AB-46E4-A0B6-8AB09BB779F5}" dt="2026-03-25T01:22:45.459" v="960" actId="14100"/>
          <ac:spMkLst>
            <pc:docMk/>
            <pc:sldMk cId="0" sldId="264"/>
            <ac:spMk id="15" creationId="{00000000-0000-0000-0000-000000000000}"/>
          </ac:spMkLst>
        </pc:spChg>
        <pc:spChg chg="mod">
          <ac:chgData name="Bernard Malhame" userId="b839fb75dd248b62" providerId="LiveId" clId="{42EF71DA-05AB-46E4-A0B6-8AB09BB779F5}" dt="2026-03-25T01:22:35.591" v="958" actId="20577"/>
          <ac:spMkLst>
            <pc:docMk/>
            <pc:sldMk cId="0" sldId="264"/>
            <ac:spMk id="16" creationId="{00000000-0000-0000-0000-000000000000}"/>
          </ac:spMkLst>
        </pc:spChg>
      </pc:sldChg>
      <pc:sldChg chg="addSp delSp modSp mod">
        <pc:chgData name="Bernard Malhame" userId="b839fb75dd248b62" providerId="LiveId" clId="{42EF71DA-05AB-46E4-A0B6-8AB09BB779F5}" dt="2026-03-26T16:36:07.171" v="3670" actId="20577"/>
        <pc:sldMkLst>
          <pc:docMk/>
          <pc:sldMk cId="4186617489" sldId="265"/>
        </pc:sldMkLst>
        <pc:spChg chg="mod">
          <ac:chgData name="Bernard Malhame" userId="b839fb75dd248b62" providerId="LiveId" clId="{42EF71DA-05AB-46E4-A0B6-8AB09BB779F5}" dt="2026-03-26T16:21:26.374" v="3374" actId="207"/>
          <ac:spMkLst>
            <pc:docMk/>
            <pc:sldMk cId="4186617489" sldId="265"/>
            <ac:spMk id="2" creationId="{A992205B-83A4-1765-24DF-0B8D89B84456}"/>
          </ac:spMkLst>
        </pc:spChg>
        <pc:spChg chg="mod">
          <ac:chgData name="Bernard Malhame" userId="b839fb75dd248b62" providerId="LiveId" clId="{42EF71DA-05AB-46E4-A0B6-8AB09BB779F5}" dt="2026-03-26T16:36:07.171" v="3670" actId="20577"/>
          <ac:spMkLst>
            <pc:docMk/>
            <pc:sldMk cId="4186617489" sldId="265"/>
            <ac:spMk id="3" creationId="{DA2AFD98-4E79-8F11-26D9-E6BB940363A9}"/>
          </ac:spMkLst>
        </pc:spChg>
        <pc:spChg chg="add mod">
          <ac:chgData name="Bernard Malhame" userId="b839fb75dd248b62" providerId="LiveId" clId="{42EF71DA-05AB-46E4-A0B6-8AB09BB779F5}" dt="2026-03-26T16:12:15.811" v="3344" actId="1035"/>
          <ac:spMkLst>
            <pc:docMk/>
            <pc:sldMk cId="4186617489" sldId="265"/>
            <ac:spMk id="4" creationId="{6E2DC78A-2CC8-F020-8723-9C49AD9DE299}"/>
          </ac:spMkLst>
        </pc:spChg>
        <pc:spChg chg="mod">
          <ac:chgData name="Bernard Malhame" userId="b839fb75dd248b62" providerId="LiveId" clId="{42EF71DA-05AB-46E4-A0B6-8AB09BB779F5}" dt="2026-03-26T16:12:45.501" v="3362" actId="14100"/>
          <ac:spMkLst>
            <pc:docMk/>
            <pc:sldMk cId="4186617489" sldId="265"/>
            <ac:spMk id="5" creationId="{F8CD2DF6-2004-61E5-A6D4-E2324AF87D0C}"/>
          </ac:spMkLst>
        </pc:spChg>
        <pc:spChg chg="mod">
          <ac:chgData name="Bernard Malhame" userId="b839fb75dd248b62" providerId="LiveId" clId="{42EF71DA-05AB-46E4-A0B6-8AB09BB779F5}" dt="2026-03-26T16:12:28.244" v="3356" actId="1036"/>
          <ac:spMkLst>
            <pc:docMk/>
            <pc:sldMk cId="4186617489" sldId="265"/>
            <ac:spMk id="6" creationId="{317775EE-CEFC-11A9-0530-430F513C6312}"/>
          </ac:spMkLst>
        </pc:spChg>
        <pc:spChg chg="del mod">
          <ac:chgData name="Bernard Malhame" userId="b839fb75dd248b62" providerId="LiveId" clId="{42EF71DA-05AB-46E4-A0B6-8AB09BB779F5}" dt="2026-03-26T15:56:43.292" v="3124" actId="478"/>
          <ac:spMkLst>
            <pc:docMk/>
            <pc:sldMk cId="4186617489" sldId="265"/>
            <ac:spMk id="12" creationId="{56963B8A-BBF7-FD8C-F5FF-3A02CDA18BCA}"/>
          </ac:spMkLst>
        </pc:spChg>
        <pc:spChg chg="mod">
          <ac:chgData name="Bernard Malhame" userId="b839fb75dd248b62" providerId="LiveId" clId="{42EF71DA-05AB-46E4-A0B6-8AB09BB779F5}" dt="2026-03-26T16:12:06.117" v="3321" actId="1036"/>
          <ac:spMkLst>
            <pc:docMk/>
            <pc:sldMk cId="4186617489" sldId="265"/>
            <ac:spMk id="14" creationId="{1A2954E1-2284-2A10-547B-BF4DD8263070}"/>
          </ac:spMkLst>
        </pc:spChg>
        <pc:spChg chg="mod">
          <ac:chgData name="Bernard Malhame" userId="b839fb75dd248b62" providerId="LiveId" clId="{42EF71DA-05AB-46E4-A0B6-8AB09BB779F5}" dt="2026-03-26T16:10:31.094" v="3159" actId="1036"/>
          <ac:spMkLst>
            <pc:docMk/>
            <pc:sldMk cId="4186617489" sldId="265"/>
            <ac:spMk id="15" creationId="{8FCD96A3-9F0E-94BE-EC5A-66A08F2B7249}"/>
          </ac:spMkLst>
        </pc:spChg>
        <pc:spChg chg="mod">
          <ac:chgData name="Bernard Malhame" userId="b839fb75dd248b62" providerId="LiveId" clId="{42EF71DA-05AB-46E4-A0B6-8AB09BB779F5}" dt="2026-03-26T16:11:15.314" v="3228" actId="1036"/>
          <ac:spMkLst>
            <pc:docMk/>
            <pc:sldMk cId="4186617489" sldId="265"/>
            <ac:spMk id="16" creationId="{C5B77F0E-A684-0734-8CA5-55FB2B7AE6C3}"/>
          </ac:spMkLst>
        </pc:spChg>
        <pc:spChg chg="mod">
          <ac:chgData name="Bernard Malhame" userId="b839fb75dd248b62" providerId="LiveId" clId="{42EF71DA-05AB-46E4-A0B6-8AB09BB779F5}" dt="2026-03-26T16:11:00.156" v="3202" actId="1036"/>
          <ac:spMkLst>
            <pc:docMk/>
            <pc:sldMk cId="4186617489" sldId="265"/>
            <ac:spMk id="17" creationId="{6FCBFC86-C1AD-E994-6402-71B269C79EDF}"/>
          </ac:spMkLst>
        </pc:spChg>
        <pc:spChg chg="mod">
          <ac:chgData name="Bernard Malhame" userId="b839fb75dd248b62" providerId="LiveId" clId="{42EF71DA-05AB-46E4-A0B6-8AB09BB779F5}" dt="2026-03-26T16:11:07.027" v="3215" actId="1035"/>
          <ac:spMkLst>
            <pc:docMk/>
            <pc:sldMk cId="4186617489" sldId="265"/>
            <ac:spMk id="18" creationId="{000E1CA7-914C-7063-C548-1BA85865FDF7}"/>
          </ac:spMkLst>
        </pc:spChg>
        <pc:spChg chg="mod">
          <ac:chgData name="Bernard Malhame" userId="b839fb75dd248b62" providerId="LiveId" clId="{42EF71DA-05AB-46E4-A0B6-8AB09BB779F5}" dt="2026-03-26T16:10:15.713" v="3158" actId="1036"/>
          <ac:spMkLst>
            <pc:docMk/>
            <pc:sldMk cId="4186617489" sldId="265"/>
            <ac:spMk id="19" creationId="{2390EA88-A3DD-D825-8266-305B6941657D}"/>
          </ac:spMkLst>
        </pc:spChg>
        <pc:spChg chg="mod">
          <ac:chgData name="Bernard Malhame" userId="b839fb75dd248b62" providerId="LiveId" clId="{42EF71DA-05AB-46E4-A0B6-8AB09BB779F5}" dt="2026-03-26T16:10:50.738" v="3182" actId="1035"/>
          <ac:spMkLst>
            <pc:docMk/>
            <pc:sldMk cId="4186617489" sldId="265"/>
            <ac:spMk id="21" creationId="{918DD682-9831-F182-7F8B-92C37E35BF6B}"/>
          </ac:spMkLst>
        </pc:spChg>
      </pc:sldChg>
      <pc:sldChg chg="addSp delSp modSp add mod">
        <pc:chgData name="Bernard Malhame" userId="b839fb75dd248b62" providerId="LiveId" clId="{42EF71DA-05AB-46E4-A0B6-8AB09BB779F5}" dt="2026-03-26T16:20:22.117" v="3369" actId="207"/>
        <pc:sldMkLst>
          <pc:docMk/>
          <pc:sldMk cId="81442894" sldId="266"/>
        </pc:sldMkLst>
        <pc:spChg chg="mod">
          <ac:chgData name="Bernard Malhame" userId="b839fb75dd248b62" providerId="LiveId" clId="{42EF71DA-05AB-46E4-A0B6-8AB09BB779F5}" dt="2026-03-26T16:20:22.117" v="3369" actId="207"/>
          <ac:spMkLst>
            <pc:docMk/>
            <pc:sldMk cId="81442894" sldId="266"/>
            <ac:spMk id="2" creationId="{6533E8D6-2AE4-06E7-3B18-BE674FCF9124}"/>
          </ac:spMkLst>
        </pc:spChg>
        <pc:spChg chg="mod">
          <ac:chgData name="Bernard Malhame" userId="b839fb75dd248b62" providerId="LiveId" clId="{42EF71DA-05AB-46E4-A0B6-8AB09BB779F5}" dt="2026-03-25T21:53:42.976" v="2713" actId="20577"/>
          <ac:spMkLst>
            <pc:docMk/>
            <pc:sldMk cId="81442894" sldId="266"/>
            <ac:spMk id="3" creationId="{63536896-0A03-4826-E82E-15CC265D3FEB}"/>
          </ac:spMkLst>
        </pc:spChg>
        <pc:spChg chg="add mod">
          <ac:chgData name="Bernard Malhame" userId="b839fb75dd248b62" providerId="LiveId" clId="{42EF71DA-05AB-46E4-A0B6-8AB09BB779F5}" dt="2026-03-25T22:15:26.863" v="2886" actId="207"/>
          <ac:spMkLst>
            <pc:docMk/>
            <pc:sldMk cId="81442894" sldId="266"/>
            <ac:spMk id="16" creationId="{C997885B-4859-C9A5-0D18-41D6519A7BFE}"/>
          </ac:spMkLst>
        </pc:spChg>
        <pc:spChg chg="mod">
          <ac:chgData name="Bernard Malhame" userId="b839fb75dd248b62" providerId="LiveId" clId="{42EF71DA-05AB-46E4-A0B6-8AB09BB779F5}" dt="2026-03-24T17:19:56.529" v="906" actId="14100"/>
          <ac:spMkLst>
            <pc:docMk/>
            <pc:sldMk cId="81442894" sldId="266"/>
            <ac:spMk id="20" creationId="{93835A47-9AB5-E06A-8B0D-FC3CBE96161F}"/>
          </ac:spMkLst>
        </pc:spChg>
        <pc:picChg chg="add del mod">
          <ac:chgData name="Bernard Malhame" userId="b839fb75dd248b62" providerId="LiveId" clId="{42EF71DA-05AB-46E4-A0B6-8AB09BB779F5}" dt="2026-03-24T17:01:07.766" v="785" actId="478"/>
          <ac:picMkLst>
            <pc:docMk/>
            <pc:sldMk cId="81442894" sldId="266"/>
            <ac:picMk id="14" creationId="{DAADD375-BA05-4252-0D52-50BA9C71480B}"/>
          </ac:picMkLst>
        </pc:picChg>
      </pc:sldChg>
      <pc:sldChg chg="modSp add mod">
        <pc:chgData name="Bernard Malhame" userId="b839fb75dd248b62" providerId="LiveId" clId="{42EF71DA-05AB-46E4-A0B6-8AB09BB779F5}" dt="2026-03-26T16:20:56.998" v="3371" actId="207"/>
        <pc:sldMkLst>
          <pc:docMk/>
          <pc:sldMk cId="1359119997" sldId="267"/>
        </pc:sldMkLst>
        <pc:spChg chg="mod">
          <ac:chgData name="Bernard Malhame" userId="b839fb75dd248b62" providerId="LiveId" clId="{42EF71DA-05AB-46E4-A0B6-8AB09BB779F5}" dt="2026-03-26T16:20:56.998" v="3371" actId="207"/>
          <ac:spMkLst>
            <pc:docMk/>
            <pc:sldMk cId="1359119997" sldId="267"/>
            <ac:spMk id="2" creationId="{8CD9646A-2FEE-5A37-9823-348EC0B6FB0C}"/>
          </ac:spMkLst>
        </pc:spChg>
        <pc:spChg chg="mod">
          <ac:chgData name="Bernard Malhame" userId="b839fb75dd248b62" providerId="LiveId" clId="{42EF71DA-05AB-46E4-A0B6-8AB09BB779F5}" dt="2026-03-25T21:57:50.003" v="2754" actId="20577"/>
          <ac:spMkLst>
            <pc:docMk/>
            <pc:sldMk cId="1359119997" sldId="267"/>
            <ac:spMk id="15" creationId="{83D19709-4F7B-429D-1507-76A292C07F17}"/>
          </ac:spMkLst>
        </pc:spChg>
      </pc:sldChg>
      <pc:sldChg chg="modSp add mod">
        <pc:chgData name="Bernard Malhame" userId="b839fb75dd248b62" providerId="LiveId" clId="{42EF71DA-05AB-46E4-A0B6-8AB09BB779F5}" dt="2026-03-26T21:39:09.068" v="4014" actId="20577"/>
        <pc:sldMkLst>
          <pc:docMk/>
          <pc:sldMk cId="1646957627" sldId="268"/>
        </pc:sldMkLst>
        <pc:spChg chg="mod">
          <ac:chgData name="Bernard Malhame" userId="b839fb75dd248b62" providerId="LiveId" clId="{42EF71DA-05AB-46E4-A0B6-8AB09BB779F5}" dt="2026-03-26T21:39:09.068" v="4014" actId="20577"/>
          <ac:spMkLst>
            <pc:docMk/>
            <pc:sldMk cId="1646957627" sldId="268"/>
            <ac:spMk id="2" creationId="{7B59D764-5EED-0883-1896-8B0640B5E830}"/>
          </ac:spMkLst>
        </pc:spChg>
        <pc:spChg chg="mod">
          <ac:chgData name="Bernard Malhame" userId="b839fb75dd248b62" providerId="LiveId" clId="{42EF71DA-05AB-46E4-A0B6-8AB09BB779F5}" dt="2026-03-26T21:37:58.008" v="3960" actId="207"/>
          <ac:spMkLst>
            <pc:docMk/>
            <pc:sldMk cId="1646957627" sldId="268"/>
            <ac:spMk id="3" creationId="{D70595AA-E410-9535-1731-727DD90E3512}"/>
          </ac:spMkLst>
        </pc:spChg>
      </pc:sldChg>
      <pc:sldChg chg="addSp delSp modSp add del mod">
        <pc:chgData name="Bernard Malhame" userId="b839fb75dd248b62" providerId="LiveId" clId="{42EF71DA-05AB-46E4-A0B6-8AB09BB779F5}" dt="2026-03-26T21:10:44.099" v="3682" actId="2696"/>
        <pc:sldMkLst>
          <pc:docMk/>
          <pc:sldMk cId="3914739570" sldId="268"/>
        </pc:sldMkLst>
        <pc:spChg chg="mod">
          <ac:chgData name="Bernard Malhame" userId="b839fb75dd248b62" providerId="LiveId" clId="{42EF71DA-05AB-46E4-A0B6-8AB09BB779F5}" dt="2026-03-26T16:20:05.354" v="3368" actId="207"/>
          <ac:spMkLst>
            <pc:docMk/>
            <pc:sldMk cId="3914739570" sldId="268"/>
            <ac:spMk id="2" creationId="{7B59D764-5EED-0883-1896-8B0640B5E830}"/>
          </ac:spMkLst>
        </pc:spChg>
        <pc:spChg chg="mod">
          <ac:chgData name="Bernard Malhame" userId="b839fb75dd248b62" providerId="LiveId" clId="{42EF71DA-05AB-46E4-A0B6-8AB09BB779F5}" dt="2026-03-25T17:50:42.459" v="1966" actId="1037"/>
          <ac:spMkLst>
            <pc:docMk/>
            <pc:sldMk cId="3914739570" sldId="268"/>
            <ac:spMk id="3" creationId="{D70595AA-E410-9535-1731-727DD90E351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41596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User-uploaded sources used to build charts: Model Risk Validation BM.ipynb; cs-training.csv.
Uploaded source deck referenced for narrative framing: Model Risk Presentation BM.pptx.</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Charts and values derived from Model Risk Validation BM.ipynb and cs-training.csv.</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48A23-89D8-00B0-8A84-DCF16B923F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F3E457-024B-DC89-3481-0245339FBD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19D546-9BBC-84FB-FC43-32196A211406}"/>
              </a:ext>
            </a:extLst>
          </p:cNvPr>
          <p:cNvSpPr>
            <a:spLocks noGrp="1"/>
          </p:cNvSpPr>
          <p:nvPr>
            <p:ph type="body" idx="1"/>
          </p:nvPr>
        </p:nvSpPr>
        <p:spPr/>
        <p:txBody>
          <a:bodyPr/>
          <a:lstStyle/>
          <a:p>
            <a:r>
              <a:rPr lang="en-US" dirty="0"/>
              <a:t>[Sources]
Calibration chart built from the uploaded notebook/data.</a:t>
            </a:r>
          </a:p>
        </p:txBody>
      </p:sp>
      <p:sp>
        <p:nvSpPr>
          <p:cNvPr id="4" name="Slide Number Placeholder 3">
            <a:extLst>
              <a:ext uri="{FF2B5EF4-FFF2-40B4-BE49-F238E27FC236}">
                <a16:creationId xmlns:a16="http://schemas.microsoft.com/office/drawing/2014/main" id="{AA308CE4-6DFC-7433-1932-D3528A0EFDD1}"/>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8786088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Coefficient chart built from the uploaded notebook/data.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ROC curves and model metrics built from the uploaded notebook/data.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KS curve and confusion matrix built from the uploaded notebook/data.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E70CA-9B52-A699-FD4D-02B2AEFA23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DE16E6-7C1A-5D39-684B-4C98EF2E03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17758B-B753-3E5A-D29C-34281EC16E95}"/>
              </a:ext>
            </a:extLst>
          </p:cNvPr>
          <p:cNvSpPr>
            <a:spLocks noGrp="1"/>
          </p:cNvSpPr>
          <p:nvPr>
            <p:ph type="body" idx="1"/>
          </p:nvPr>
        </p:nvSpPr>
        <p:spPr/>
        <p:txBody>
          <a:bodyPr/>
          <a:lstStyle/>
          <a:p>
            <a:r>
              <a:rPr lang="en-US" dirty="0"/>
              <a:t>[Sources]
Calibration chart built from the uploaded notebook/data.</a:t>
            </a:r>
          </a:p>
        </p:txBody>
      </p:sp>
      <p:sp>
        <p:nvSpPr>
          <p:cNvPr id="4" name="Slide Number Placeholder 3">
            <a:extLst>
              <a:ext uri="{FF2B5EF4-FFF2-40B4-BE49-F238E27FC236}">
                <a16:creationId xmlns:a16="http://schemas.microsoft.com/office/drawing/2014/main" id="{4B9FBABF-6E4E-19FD-A3BB-96C165C2D45D}"/>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942769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FD84C-38D8-A79F-5768-27F96EDD00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6480D9-A034-6577-0F65-39182695FC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51E19B-28D8-F202-BEA4-BA8EC2D12562}"/>
              </a:ext>
            </a:extLst>
          </p:cNvPr>
          <p:cNvSpPr>
            <a:spLocks noGrp="1"/>
          </p:cNvSpPr>
          <p:nvPr>
            <p:ph type="body" idx="1"/>
          </p:nvPr>
        </p:nvSpPr>
        <p:spPr/>
        <p:txBody>
          <a:bodyPr/>
          <a:lstStyle/>
          <a:p>
            <a:r>
              <a:rPr lang="en-US" dirty="0"/>
              <a:t>[Sources]
Calibration chart built from the uploaded notebook/data.</a:t>
            </a:r>
          </a:p>
        </p:txBody>
      </p:sp>
      <p:sp>
        <p:nvSpPr>
          <p:cNvPr id="4" name="Slide Number Placeholder 3">
            <a:extLst>
              <a:ext uri="{FF2B5EF4-FFF2-40B4-BE49-F238E27FC236}">
                <a16:creationId xmlns:a16="http://schemas.microsoft.com/office/drawing/2014/main" id="{60C0E346-99B2-0579-ED49-A784E8C23595}"/>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4277686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Age quartile chart built from the uploaded notebook/data.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Approval-rate and PSI charts built from the uploaded notebook/data.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A6192-E396-CAAF-327E-AB267F3734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BA7BA3-10FD-A7D7-3084-56DCD91189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55934F-3DBF-5A95-230A-9AEF3BEA6169}"/>
              </a:ext>
            </a:extLst>
          </p:cNvPr>
          <p:cNvSpPr>
            <a:spLocks noGrp="1"/>
          </p:cNvSpPr>
          <p:nvPr>
            <p:ph type="body" idx="1"/>
          </p:nvPr>
        </p:nvSpPr>
        <p:spPr/>
        <p:txBody>
          <a:bodyPr/>
          <a:lstStyle/>
          <a:p>
            <a:r>
              <a:rPr lang="en-US" dirty="0"/>
              <a:t>[Sources]
Coefficient chart built from the uploaded notebook/data.</a:t>
            </a:r>
          </a:p>
        </p:txBody>
      </p:sp>
      <p:sp>
        <p:nvSpPr>
          <p:cNvPr id="4" name="Slide Number Placeholder 3">
            <a:extLst>
              <a:ext uri="{FF2B5EF4-FFF2-40B4-BE49-F238E27FC236}">
                <a16:creationId xmlns:a16="http://schemas.microsoft.com/office/drawing/2014/main" id="{EB027EE6-0F1E-735D-EA75-EBDB77522224}"/>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833300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0F2744"/>
          </a:solidFill>
          <a:ln w="12700">
            <a:solidFill>
              <a:srgbClr val="0F2744"/>
            </a:solidFill>
            <a:prstDash val="solid"/>
          </a:ln>
        </p:spPr>
        <p:txBody>
          <a:bodyPr/>
          <a:lstStyle/>
          <a:p>
            <a:endParaRPr lang="en-US"/>
          </a:p>
        </p:txBody>
      </p:sp>
      <p:sp>
        <p:nvSpPr>
          <p:cNvPr id="3" name="Text 1"/>
          <p:cNvSpPr/>
          <p:nvPr/>
        </p:nvSpPr>
        <p:spPr>
          <a:xfrm>
            <a:off x="411480" y="6428232"/>
            <a:ext cx="7315200" cy="219456"/>
          </a:xfrm>
          <a:prstGeom prst="rect">
            <a:avLst/>
          </a:prstGeom>
          <a:noFill/>
          <a:ln/>
        </p:spPr>
        <p:txBody>
          <a:bodyPr wrap="square" lIns="0" tIns="0" rIns="0" bIns="0" rtlCol="0" anchor="ctr"/>
          <a:lstStyle/>
          <a:p>
            <a:pPr marL="0" indent="0">
              <a:buNone/>
            </a:pPr>
            <a:r>
              <a:rPr lang="en-US" sz="900" dirty="0">
                <a:solidFill>
                  <a:srgbClr val="5F6B7A"/>
                </a:solidFill>
                <a:latin typeface="Aptos" pitchFamily="34" charset="0"/>
                <a:ea typeface="Aptos" pitchFamily="34" charset="-122"/>
                <a:cs typeface="Aptos" pitchFamily="34" charset="-120"/>
              </a:rPr>
              <a:t>Bernard Malhame | Credit Scoring Model Validation</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F7F9FC"/>
            </a:solidFill>
            <a:prstDash val="solid"/>
          </a:ln>
        </p:spPr>
        <p:txBody>
          <a:bodyPr/>
          <a:lstStyle/>
          <a:p>
            <a:endParaRPr lang="en-US"/>
          </a:p>
        </p:txBody>
      </p:sp>
      <p:sp>
        <p:nvSpPr>
          <p:cNvPr id="3" name="Shape 1"/>
          <p:cNvSpPr/>
          <p:nvPr/>
        </p:nvSpPr>
        <p:spPr>
          <a:xfrm>
            <a:off x="8138160" y="320040"/>
            <a:ext cx="3657600" cy="5669280"/>
          </a:xfrm>
          <a:prstGeom prst="rect">
            <a:avLst/>
          </a:prstGeom>
          <a:solidFill>
            <a:srgbClr val="EAF0FF"/>
          </a:solidFill>
          <a:ln w="12700">
            <a:solidFill>
              <a:srgbClr val="EAF0FF"/>
            </a:solidFill>
            <a:prstDash val="solid"/>
          </a:ln>
        </p:spPr>
        <p:txBody>
          <a:bodyPr/>
          <a:lstStyle/>
          <a:p>
            <a:endParaRPr lang="en-US"/>
          </a:p>
        </p:txBody>
      </p:sp>
      <p:sp>
        <p:nvSpPr>
          <p:cNvPr id="5" name="Shape 3"/>
          <p:cNvSpPr/>
          <p:nvPr/>
        </p:nvSpPr>
        <p:spPr>
          <a:xfrm>
            <a:off x="8458200" y="2011680"/>
            <a:ext cx="2148840" cy="0"/>
          </a:xfrm>
          <a:prstGeom prst="line">
            <a:avLst/>
          </a:prstGeom>
          <a:noFill/>
          <a:ln w="12700">
            <a:solidFill>
              <a:srgbClr val="1B9E77"/>
            </a:solidFill>
            <a:prstDash val="solid"/>
          </a:ln>
        </p:spPr>
        <p:txBody>
          <a:bodyPr/>
          <a:lstStyle/>
          <a:p>
            <a:endParaRPr lang="en-US"/>
          </a:p>
        </p:txBody>
      </p:sp>
      <p:sp>
        <p:nvSpPr>
          <p:cNvPr id="8" name="Text 6"/>
          <p:cNvSpPr/>
          <p:nvPr/>
        </p:nvSpPr>
        <p:spPr>
          <a:xfrm>
            <a:off x="731520" y="1097280"/>
            <a:ext cx="6035040" cy="1097280"/>
          </a:xfrm>
          <a:prstGeom prst="rect">
            <a:avLst/>
          </a:prstGeom>
          <a:noFill/>
          <a:ln/>
        </p:spPr>
        <p:txBody>
          <a:bodyPr wrap="square" lIns="0" tIns="0" rIns="0" bIns="0" rtlCol="0" anchor="ctr"/>
          <a:lstStyle/>
          <a:p>
            <a:pPr marL="0" indent="0">
              <a:buNone/>
            </a:pPr>
            <a:r>
              <a:rPr lang="en-US" sz="2800" b="1" dirty="0">
                <a:solidFill>
                  <a:srgbClr val="0F2744"/>
                </a:solidFill>
                <a:latin typeface="Aptos Display" pitchFamily="34" charset="0"/>
                <a:ea typeface="Aptos Display" pitchFamily="34" charset="-122"/>
                <a:cs typeface="Aptos Display" pitchFamily="34" charset="-120"/>
              </a:rPr>
              <a:t>Credit Scoring</a:t>
            </a:r>
            <a:endParaRPr lang="en-US" sz="2800" dirty="0"/>
          </a:p>
          <a:p>
            <a:pPr marL="0" indent="0">
              <a:buNone/>
            </a:pPr>
            <a:r>
              <a:rPr lang="en-US" sz="2800" b="1" dirty="0">
                <a:solidFill>
                  <a:srgbClr val="0F2744"/>
                </a:solidFill>
                <a:latin typeface="Aptos Display" pitchFamily="34" charset="0"/>
                <a:ea typeface="Aptos Display" pitchFamily="34" charset="-122"/>
                <a:cs typeface="Aptos Display" pitchFamily="34" charset="-120"/>
              </a:rPr>
              <a:t>Model Validation</a:t>
            </a:r>
            <a:endParaRPr lang="en-US" sz="2800" dirty="0"/>
          </a:p>
        </p:txBody>
      </p:sp>
      <p:sp>
        <p:nvSpPr>
          <p:cNvPr id="9" name="Text 7"/>
          <p:cNvSpPr/>
          <p:nvPr/>
        </p:nvSpPr>
        <p:spPr>
          <a:xfrm>
            <a:off x="749808" y="2126762"/>
            <a:ext cx="5943600" cy="347472"/>
          </a:xfrm>
          <a:prstGeom prst="rect">
            <a:avLst/>
          </a:prstGeom>
          <a:noFill/>
          <a:ln/>
        </p:spPr>
        <p:txBody>
          <a:bodyPr wrap="square" lIns="0" tIns="0" rIns="0" bIns="0" rtlCol="0" anchor="ctr"/>
          <a:lstStyle/>
          <a:p>
            <a:pPr marL="0" indent="0">
              <a:buNone/>
            </a:pPr>
            <a:r>
              <a:rPr lang="en-US" sz="2000" dirty="0">
                <a:solidFill>
                  <a:srgbClr val="5F6B7A"/>
                </a:solidFill>
              </a:rPr>
              <a:t>Use case: Consumer lending</a:t>
            </a:r>
            <a:r>
              <a:rPr lang="en-US" sz="1500" dirty="0">
                <a:solidFill>
                  <a:srgbClr val="5F6B7A"/>
                </a:solidFill>
              </a:rPr>
              <a:t> </a:t>
            </a:r>
            <a:endParaRPr lang="en-US" sz="1500" dirty="0"/>
          </a:p>
        </p:txBody>
      </p:sp>
      <p:sp>
        <p:nvSpPr>
          <p:cNvPr id="10" name="Text 8"/>
          <p:cNvSpPr/>
          <p:nvPr/>
        </p:nvSpPr>
        <p:spPr>
          <a:xfrm>
            <a:off x="749808" y="3626068"/>
            <a:ext cx="3793182" cy="182880"/>
          </a:xfrm>
          <a:prstGeom prst="rect">
            <a:avLst/>
          </a:prstGeom>
          <a:noFill/>
          <a:ln/>
        </p:spPr>
        <p:txBody>
          <a:bodyPr wrap="square" lIns="0" tIns="0" rIns="0" bIns="0" rtlCol="0" anchor="ctr"/>
          <a:lstStyle/>
          <a:p>
            <a:pPr marL="0" indent="0">
              <a:buNone/>
            </a:pPr>
            <a:r>
              <a:rPr lang="en-US" sz="2400" u="sng" dirty="0">
                <a:solidFill>
                  <a:srgbClr val="5F6B7A"/>
                </a:solidFill>
              </a:rPr>
              <a:t>Validation conclusion:</a:t>
            </a:r>
            <a:endParaRPr lang="en-US" sz="2400" u="sng" dirty="0"/>
          </a:p>
        </p:txBody>
      </p:sp>
      <p:sp>
        <p:nvSpPr>
          <p:cNvPr id="11" name="Text 9"/>
          <p:cNvSpPr/>
          <p:nvPr/>
        </p:nvSpPr>
        <p:spPr>
          <a:xfrm>
            <a:off x="702510" y="3886200"/>
            <a:ext cx="3840480" cy="420624"/>
          </a:xfrm>
          <a:prstGeom prst="rect">
            <a:avLst/>
          </a:prstGeom>
          <a:noFill/>
          <a:ln/>
        </p:spPr>
        <p:txBody>
          <a:bodyPr wrap="square" lIns="0" tIns="0" rIns="0" bIns="0" rtlCol="0" anchor="ctr"/>
          <a:lstStyle/>
          <a:p>
            <a:pPr marL="342900" indent="-342900">
              <a:buFont typeface="Arial" panose="020B0604020202020204" pitchFamily="34" charset="0"/>
              <a:buChar char="•"/>
            </a:pPr>
            <a:r>
              <a:rPr lang="en-US" sz="2400" b="1" dirty="0">
                <a:solidFill>
                  <a:srgbClr val="1B9E77"/>
                </a:solidFill>
              </a:rPr>
              <a:t>Approve with limitations</a:t>
            </a:r>
            <a:endParaRPr lang="en-US" sz="2400" dirty="0"/>
          </a:p>
        </p:txBody>
      </p:sp>
      <p:sp>
        <p:nvSpPr>
          <p:cNvPr id="12" name="Text 10"/>
          <p:cNvSpPr/>
          <p:nvPr/>
        </p:nvSpPr>
        <p:spPr>
          <a:xfrm>
            <a:off x="718276" y="4434840"/>
            <a:ext cx="6217920" cy="731520"/>
          </a:xfrm>
          <a:prstGeom prst="rect">
            <a:avLst/>
          </a:prstGeom>
          <a:noFill/>
          <a:ln/>
        </p:spPr>
        <p:txBody>
          <a:bodyPr wrap="square" lIns="0" tIns="0" rIns="0" bIns="0" rtlCol="0" anchor="ctr"/>
          <a:lstStyle/>
          <a:p>
            <a:r>
              <a:rPr lang="en-US" sz="2000" b="1" dirty="0">
                <a:solidFill>
                  <a:srgbClr val="10243E"/>
                </a:solidFill>
              </a:rPr>
              <a:t>Logistic Regression model</a:t>
            </a:r>
            <a:r>
              <a:rPr lang="en-US" sz="2000" dirty="0">
                <a:solidFill>
                  <a:srgbClr val="10243E"/>
                </a:solidFill>
              </a:rPr>
              <a:t> ranks risk well, </a:t>
            </a:r>
          </a:p>
          <a:p>
            <a:r>
              <a:rPr lang="en-US" sz="2000" dirty="0">
                <a:solidFill>
                  <a:srgbClr val="10243E"/>
                </a:solidFill>
              </a:rPr>
              <a:t>but predicted PDs are overstated, </a:t>
            </a:r>
          </a:p>
          <a:p>
            <a:r>
              <a:rPr lang="en-US" sz="2000" dirty="0">
                <a:solidFill>
                  <a:srgbClr val="10243E"/>
                </a:solidFill>
              </a:rPr>
              <a:t>and decision threshold creates fairness trade-offs.</a:t>
            </a:r>
            <a:endParaRPr lang="en-US" sz="2000" dirty="0"/>
          </a:p>
        </p:txBody>
      </p:sp>
      <p:sp>
        <p:nvSpPr>
          <p:cNvPr id="13" name="Text 11"/>
          <p:cNvSpPr/>
          <p:nvPr/>
        </p:nvSpPr>
        <p:spPr>
          <a:xfrm>
            <a:off x="8458200" y="914400"/>
            <a:ext cx="2286000" cy="164592"/>
          </a:xfrm>
          <a:prstGeom prst="rect">
            <a:avLst/>
          </a:prstGeom>
          <a:noFill/>
          <a:ln/>
        </p:spPr>
        <p:txBody>
          <a:bodyPr wrap="square" lIns="0" tIns="0" rIns="0" bIns="0" rtlCol="0" anchor="ctr"/>
          <a:lstStyle/>
          <a:p>
            <a:pPr marL="0" indent="0">
              <a:buNone/>
            </a:pPr>
            <a:r>
              <a:rPr lang="en-US" sz="1400" dirty="0">
                <a:solidFill>
                  <a:srgbClr val="5F6B7A"/>
                </a:solidFill>
              </a:rPr>
              <a:t>Data source</a:t>
            </a:r>
            <a:endParaRPr lang="en-US" sz="1400" dirty="0"/>
          </a:p>
        </p:txBody>
      </p:sp>
      <p:sp>
        <p:nvSpPr>
          <p:cNvPr id="14" name="Text 12"/>
          <p:cNvSpPr/>
          <p:nvPr/>
        </p:nvSpPr>
        <p:spPr>
          <a:xfrm>
            <a:off x="8458200" y="1097280"/>
            <a:ext cx="2560320" cy="822960"/>
          </a:xfrm>
          <a:prstGeom prst="rect">
            <a:avLst/>
          </a:prstGeom>
          <a:noFill/>
          <a:ln/>
        </p:spPr>
        <p:txBody>
          <a:bodyPr wrap="square" lIns="0" tIns="0" rIns="0" bIns="0" rtlCol="0" anchor="ctr"/>
          <a:lstStyle/>
          <a:p>
            <a:pPr marL="0" indent="0">
              <a:buNone/>
            </a:pPr>
            <a:r>
              <a:rPr lang="en-US" sz="1700" b="1" dirty="0">
                <a:solidFill>
                  <a:srgbClr val="0F2744"/>
                </a:solidFill>
              </a:rPr>
              <a:t>Give Me Some Credit</a:t>
            </a:r>
            <a:endParaRPr lang="en-US" sz="1700" dirty="0"/>
          </a:p>
          <a:p>
            <a:pPr marL="0" indent="0">
              <a:buNone/>
            </a:pPr>
            <a:r>
              <a:rPr lang="en-US" sz="1700" b="1" dirty="0">
                <a:solidFill>
                  <a:srgbClr val="0F2744"/>
                </a:solidFill>
              </a:rPr>
              <a:t>150,000 observations</a:t>
            </a:r>
            <a:endParaRPr lang="en-US" sz="1700" dirty="0"/>
          </a:p>
          <a:p>
            <a:pPr marL="0" indent="0">
              <a:buNone/>
            </a:pPr>
            <a:r>
              <a:rPr lang="en-US" sz="1700" b="1" dirty="0">
                <a:solidFill>
                  <a:srgbClr val="0F2744"/>
                </a:solidFill>
              </a:rPr>
              <a:t>10 borrower features</a:t>
            </a:r>
            <a:endParaRPr lang="en-US" sz="1700" dirty="0"/>
          </a:p>
        </p:txBody>
      </p:sp>
      <p:sp>
        <p:nvSpPr>
          <p:cNvPr id="15" name="Text 13"/>
          <p:cNvSpPr/>
          <p:nvPr/>
        </p:nvSpPr>
        <p:spPr>
          <a:xfrm>
            <a:off x="8458200" y="2743200"/>
            <a:ext cx="2743200" cy="1280160"/>
          </a:xfrm>
          <a:prstGeom prst="rect">
            <a:avLst/>
          </a:prstGeom>
          <a:noFill/>
          <a:ln/>
        </p:spPr>
        <p:txBody>
          <a:bodyPr wrap="square" lIns="0" tIns="0" rIns="0" bIns="0" rtlCol="0" anchor="ctr"/>
          <a:lstStyle/>
          <a:p>
            <a:pPr marL="0" indent="0">
              <a:buNone/>
            </a:pPr>
            <a:r>
              <a:rPr lang="en-US" sz="1700" dirty="0">
                <a:solidFill>
                  <a:srgbClr val="0F2744"/>
                </a:solidFill>
              </a:rPr>
              <a:t>Models benchmarked:</a:t>
            </a:r>
            <a:endParaRPr lang="en-US" sz="1700" dirty="0"/>
          </a:p>
          <a:p>
            <a:pPr marL="0" indent="0">
              <a:buNone/>
            </a:pPr>
            <a:r>
              <a:rPr lang="en-US" sz="1700" dirty="0">
                <a:solidFill>
                  <a:srgbClr val="0F2744"/>
                </a:solidFill>
              </a:rPr>
              <a:t>Logistic Regression</a:t>
            </a:r>
            <a:endParaRPr lang="en-US" sz="1700" dirty="0"/>
          </a:p>
          <a:p>
            <a:pPr marL="0" indent="0">
              <a:buNone/>
            </a:pPr>
            <a:r>
              <a:rPr lang="en-US" sz="1700" dirty="0">
                <a:solidFill>
                  <a:srgbClr val="0F2744"/>
                </a:solidFill>
              </a:rPr>
              <a:t>Decision Tree</a:t>
            </a:r>
            <a:endParaRPr lang="en-US" sz="1700" dirty="0"/>
          </a:p>
          <a:p>
            <a:pPr marL="0" indent="0">
              <a:buNone/>
            </a:pPr>
            <a:r>
              <a:rPr lang="en-US" sz="1700" dirty="0">
                <a:solidFill>
                  <a:srgbClr val="0F2744"/>
                </a:solidFill>
              </a:rPr>
              <a:t>XGBoost</a:t>
            </a:r>
            <a:endParaRPr lang="en-US" sz="1700" dirty="0"/>
          </a:p>
        </p:txBody>
      </p:sp>
      <p:sp>
        <p:nvSpPr>
          <p:cNvPr id="16" name="Text 14"/>
          <p:cNvSpPr/>
          <p:nvPr/>
        </p:nvSpPr>
        <p:spPr>
          <a:xfrm>
            <a:off x="8458200" y="4846320"/>
            <a:ext cx="2743200" cy="548640"/>
          </a:xfrm>
          <a:prstGeom prst="rect">
            <a:avLst/>
          </a:prstGeom>
          <a:noFill/>
          <a:ln/>
        </p:spPr>
        <p:txBody>
          <a:bodyPr wrap="square" lIns="0" tIns="0" rIns="0" bIns="0" rtlCol="0" anchor="ctr"/>
          <a:lstStyle/>
          <a:p>
            <a:pPr marL="0" indent="0">
              <a:buNone/>
            </a:pPr>
            <a:r>
              <a:rPr lang="en-US" sz="1400" dirty="0">
                <a:solidFill>
                  <a:srgbClr val="10243E"/>
                </a:solidFill>
              </a:rPr>
              <a:t>Validator: Bernard Malhame</a:t>
            </a:r>
            <a:endParaRPr lang="en-US" sz="1400" dirty="0"/>
          </a:p>
          <a:p>
            <a:pPr marL="0" indent="0">
              <a:buNone/>
            </a:pPr>
            <a:r>
              <a:rPr lang="en-US" sz="1400" dirty="0">
                <a:solidFill>
                  <a:srgbClr val="10243E"/>
                </a:solidFill>
              </a:rPr>
              <a:t>Date: March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4" name="Shape 26">
            <a:extLst>
              <a:ext uri="{FF2B5EF4-FFF2-40B4-BE49-F238E27FC236}">
                <a16:creationId xmlns:a16="http://schemas.microsoft.com/office/drawing/2014/main" id="{AC4D31F7-AF9B-586A-B940-7482B170E5CF}"/>
              </a:ext>
            </a:extLst>
          </p:cNvPr>
          <p:cNvSpPr/>
          <p:nvPr/>
        </p:nvSpPr>
        <p:spPr>
          <a:xfrm>
            <a:off x="708915" y="2707988"/>
            <a:ext cx="5303520" cy="3498368"/>
          </a:xfrm>
          <a:prstGeom prst="roundRect">
            <a:avLst>
              <a:gd name="adj" fmla="val 2759"/>
            </a:avLst>
          </a:prstGeom>
          <a:solidFill>
            <a:schemeClr val="bg1"/>
          </a:solidFill>
          <a:ln w="12700">
            <a:solidFill>
              <a:srgbClr val="D7DEE8"/>
            </a:solidFill>
            <a:prstDash val="solid"/>
          </a:ln>
        </p:spPr>
        <p:txBody>
          <a:bodyPr/>
          <a:lstStyle/>
          <a:p>
            <a:endParaRPr lang="en-US"/>
          </a:p>
        </p:txBody>
      </p:sp>
      <p:sp>
        <p:nvSpPr>
          <p:cNvPr id="2" name="Text 0"/>
          <p:cNvSpPr/>
          <p:nvPr/>
        </p:nvSpPr>
        <p:spPr>
          <a:xfrm>
            <a:off x="630528" y="322434"/>
            <a:ext cx="8046720" cy="365760"/>
          </a:xfrm>
          <a:prstGeom prst="rect">
            <a:avLst/>
          </a:prstGeom>
          <a:noFill/>
          <a:ln/>
        </p:spPr>
        <p:txBody>
          <a:bodyPr wrap="square" lIns="0" tIns="0" rIns="0" bIns="0" rtlCol="0" anchor="ctr"/>
          <a:lstStyle/>
          <a:p>
            <a:pPr marL="0" indent="0">
              <a:buNone/>
            </a:pPr>
            <a:r>
              <a:rPr lang="en-US" sz="2400" b="1" dirty="0">
                <a:solidFill>
                  <a:srgbClr val="0F2744"/>
                </a:solidFill>
                <a:latin typeface="Aptos Display" pitchFamily="34" charset="0"/>
                <a:ea typeface="Aptos Display" pitchFamily="34" charset="-122"/>
                <a:cs typeface="Aptos Display" pitchFamily="34" charset="-120"/>
              </a:rPr>
              <a:t>Executive summary</a:t>
            </a:r>
            <a:endParaRPr lang="en-US" sz="2400" dirty="0"/>
          </a:p>
        </p:txBody>
      </p:sp>
      <p:sp>
        <p:nvSpPr>
          <p:cNvPr id="3" name="Text 1"/>
          <p:cNvSpPr/>
          <p:nvPr/>
        </p:nvSpPr>
        <p:spPr>
          <a:xfrm>
            <a:off x="548640" y="822960"/>
            <a:ext cx="8961120" cy="256032"/>
          </a:xfrm>
          <a:prstGeom prst="rect">
            <a:avLst/>
          </a:prstGeom>
          <a:noFill/>
          <a:ln/>
        </p:spPr>
        <p:txBody>
          <a:bodyPr wrap="square" lIns="0" tIns="0" rIns="0" bIns="0" rtlCol="0" anchor="ctr"/>
          <a:lstStyle/>
          <a:p>
            <a:pPr marL="0" indent="0">
              <a:buNone/>
            </a:pPr>
            <a:endParaRPr lang="en-US" sz="1200" dirty="0"/>
          </a:p>
        </p:txBody>
      </p:sp>
      <p:sp>
        <p:nvSpPr>
          <p:cNvPr id="4" name="Shape 2"/>
          <p:cNvSpPr/>
          <p:nvPr/>
        </p:nvSpPr>
        <p:spPr>
          <a:xfrm>
            <a:off x="594360" y="1376334"/>
            <a:ext cx="2514600" cy="1097280"/>
          </a:xfrm>
          <a:prstGeom prst="roundRect">
            <a:avLst>
              <a:gd name="adj" fmla="val 6667"/>
            </a:avLst>
          </a:prstGeom>
          <a:solidFill>
            <a:srgbClr val="FFFFFF"/>
          </a:solidFill>
          <a:ln w="12700">
            <a:solidFill>
              <a:srgbClr val="D7DEE8"/>
            </a:solidFill>
            <a:prstDash val="solid"/>
          </a:ln>
          <a:effectLst>
            <a:outerShdw blurRad="12700" dist="6350" dir="2700000" algn="bl" rotWithShape="0">
              <a:srgbClr val="000000">
                <a:alpha val="10000"/>
              </a:srgbClr>
            </a:outerShdw>
          </a:effectLst>
        </p:spPr>
        <p:txBody>
          <a:bodyPr/>
          <a:lstStyle/>
          <a:p>
            <a:endParaRPr lang="en-US"/>
          </a:p>
        </p:txBody>
      </p:sp>
      <p:sp>
        <p:nvSpPr>
          <p:cNvPr id="5" name="Text 3"/>
          <p:cNvSpPr/>
          <p:nvPr/>
        </p:nvSpPr>
        <p:spPr>
          <a:xfrm>
            <a:off x="758952" y="1457052"/>
            <a:ext cx="2185416" cy="164592"/>
          </a:xfrm>
          <a:prstGeom prst="rect">
            <a:avLst/>
          </a:prstGeom>
          <a:noFill/>
          <a:ln/>
        </p:spPr>
        <p:txBody>
          <a:bodyPr wrap="square" lIns="0" tIns="0" rIns="0" bIns="0" rtlCol="0" anchor="ctr"/>
          <a:lstStyle/>
          <a:p>
            <a:pPr marL="0" indent="0">
              <a:buNone/>
            </a:pPr>
            <a:r>
              <a:rPr lang="en-US" sz="1400" dirty="0">
                <a:solidFill>
                  <a:srgbClr val="5F6B7A"/>
                </a:solidFill>
              </a:rPr>
              <a:t>Test AUC</a:t>
            </a:r>
            <a:endParaRPr lang="en-US" sz="1400" dirty="0"/>
          </a:p>
        </p:txBody>
      </p:sp>
      <p:sp>
        <p:nvSpPr>
          <p:cNvPr id="6" name="Text 4"/>
          <p:cNvSpPr/>
          <p:nvPr/>
        </p:nvSpPr>
        <p:spPr>
          <a:xfrm>
            <a:off x="758952" y="1698895"/>
            <a:ext cx="2185416" cy="329184"/>
          </a:xfrm>
          <a:prstGeom prst="rect">
            <a:avLst/>
          </a:prstGeom>
          <a:noFill/>
          <a:ln/>
        </p:spPr>
        <p:txBody>
          <a:bodyPr wrap="square" lIns="0" tIns="0" rIns="0" bIns="0" rtlCol="0" anchor="ctr"/>
          <a:lstStyle/>
          <a:p>
            <a:pPr marL="0" indent="0">
              <a:buNone/>
            </a:pPr>
            <a:r>
              <a:rPr lang="en-US" sz="2400" b="1" dirty="0">
                <a:solidFill>
                  <a:srgbClr val="2F6BFF"/>
                </a:solidFill>
              </a:rPr>
              <a:t>0.80</a:t>
            </a:r>
            <a:endParaRPr lang="en-US" sz="2400" dirty="0"/>
          </a:p>
        </p:txBody>
      </p:sp>
      <p:sp>
        <p:nvSpPr>
          <p:cNvPr id="7" name="Text 5"/>
          <p:cNvSpPr/>
          <p:nvPr/>
        </p:nvSpPr>
        <p:spPr>
          <a:xfrm>
            <a:off x="758952" y="2146952"/>
            <a:ext cx="2185416" cy="164592"/>
          </a:xfrm>
          <a:prstGeom prst="rect">
            <a:avLst/>
          </a:prstGeom>
          <a:noFill/>
          <a:ln/>
        </p:spPr>
        <p:txBody>
          <a:bodyPr wrap="square" lIns="0" tIns="0" rIns="0" bIns="0" rtlCol="0" anchor="ctr"/>
          <a:lstStyle/>
          <a:p>
            <a:pPr marL="0" indent="0">
              <a:buNone/>
            </a:pPr>
            <a:r>
              <a:rPr lang="en-US" sz="1400" dirty="0">
                <a:solidFill>
                  <a:srgbClr val="10243E"/>
                </a:solidFill>
              </a:rPr>
              <a:t>Strong rank ordering</a:t>
            </a:r>
            <a:endParaRPr lang="en-US" sz="1400" dirty="0"/>
          </a:p>
        </p:txBody>
      </p:sp>
      <p:sp>
        <p:nvSpPr>
          <p:cNvPr id="8" name="Shape 6"/>
          <p:cNvSpPr/>
          <p:nvPr/>
        </p:nvSpPr>
        <p:spPr>
          <a:xfrm>
            <a:off x="3291840" y="1376334"/>
            <a:ext cx="2514600" cy="1097280"/>
          </a:xfrm>
          <a:prstGeom prst="roundRect">
            <a:avLst>
              <a:gd name="adj" fmla="val 6667"/>
            </a:avLst>
          </a:prstGeom>
          <a:solidFill>
            <a:srgbClr val="FFFFFF"/>
          </a:solidFill>
          <a:ln w="12700">
            <a:solidFill>
              <a:srgbClr val="D7DEE8"/>
            </a:solidFill>
            <a:prstDash val="solid"/>
          </a:ln>
          <a:effectLst>
            <a:outerShdw blurRad="12700" dist="6350" dir="2700000" algn="bl" rotWithShape="0">
              <a:srgbClr val="000000">
                <a:alpha val="10000"/>
              </a:srgbClr>
            </a:outerShdw>
          </a:effectLst>
        </p:spPr>
        <p:txBody>
          <a:bodyPr/>
          <a:lstStyle/>
          <a:p>
            <a:endParaRPr lang="en-US"/>
          </a:p>
        </p:txBody>
      </p:sp>
      <p:sp>
        <p:nvSpPr>
          <p:cNvPr id="9" name="Text 7"/>
          <p:cNvSpPr/>
          <p:nvPr/>
        </p:nvSpPr>
        <p:spPr>
          <a:xfrm>
            <a:off x="3456432" y="1457052"/>
            <a:ext cx="2185416" cy="164592"/>
          </a:xfrm>
          <a:prstGeom prst="rect">
            <a:avLst/>
          </a:prstGeom>
          <a:noFill/>
          <a:ln/>
        </p:spPr>
        <p:txBody>
          <a:bodyPr wrap="square" lIns="0" tIns="0" rIns="0" bIns="0" rtlCol="0" anchor="ctr"/>
          <a:lstStyle/>
          <a:p>
            <a:pPr marL="0" indent="0">
              <a:buNone/>
            </a:pPr>
            <a:r>
              <a:rPr lang="en-US" sz="1400" dirty="0">
                <a:solidFill>
                  <a:srgbClr val="5F6B7A"/>
                </a:solidFill>
              </a:rPr>
              <a:t>Test KS</a:t>
            </a:r>
            <a:endParaRPr lang="en-US" sz="1400" dirty="0"/>
          </a:p>
        </p:txBody>
      </p:sp>
      <p:sp>
        <p:nvSpPr>
          <p:cNvPr id="10" name="Text 8"/>
          <p:cNvSpPr/>
          <p:nvPr/>
        </p:nvSpPr>
        <p:spPr>
          <a:xfrm>
            <a:off x="3456432" y="1698895"/>
            <a:ext cx="2185416" cy="329184"/>
          </a:xfrm>
          <a:prstGeom prst="rect">
            <a:avLst/>
          </a:prstGeom>
          <a:noFill/>
          <a:ln/>
        </p:spPr>
        <p:txBody>
          <a:bodyPr wrap="square" lIns="0" tIns="0" rIns="0" bIns="0" rtlCol="0" anchor="ctr"/>
          <a:lstStyle/>
          <a:p>
            <a:pPr marL="0" indent="0">
              <a:buNone/>
            </a:pPr>
            <a:r>
              <a:rPr lang="en-US" sz="2400" b="1" dirty="0">
                <a:solidFill>
                  <a:srgbClr val="1B9E77"/>
                </a:solidFill>
              </a:rPr>
              <a:t>0.45</a:t>
            </a:r>
            <a:endParaRPr lang="en-US" sz="2400" dirty="0"/>
          </a:p>
        </p:txBody>
      </p:sp>
      <p:sp>
        <p:nvSpPr>
          <p:cNvPr id="11" name="Text 9"/>
          <p:cNvSpPr/>
          <p:nvPr/>
        </p:nvSpPr>
        <p:spPr>
          <a:xfrm>
            <a:off x="3456432" y="2146952"/>
            <a:ext cx="2185416" cy="164592"/>
          </a:xfrm>
          <a:prstGeom prst="rect">
            <a:avLst/>
          </a:prstGeom>
          <a:noFill/>
          <a:ln/>
        </p:spPr>
        <p:txBody>
          <a:bodyPr wrap="square" lIns="0" tIns="0" rIns="0" bIns="0" rtlCol="0" anchor="ctr"/>
          <a:lstStyle/>
          <a:p>
            <a:pPr marL="0" indent="0">
              <a:buNone/>
            </a:pPr>
            <a:r>
              <a:rPr lang="en-US" sz="1400" dirty="0">
                <a:solidFill>
                  <a:srgbClr val="10243E"/>
                </a:solidFill>
              </a:rPr>
              <a:t>Good separation</a:t>
            </a:r>
            <a:endParaRPr lang="en-US" sz="1400" dirty="0"/>
          </a:p>
        </p:txBody>
      </p:sp>
      <p:sp>
        <p:nvSpPr>
          <p:cNvPr id="12" name="Shape 10"/>
          <p:cNvSpPr/>
          <p:nvPr/>
        </p:nvSpPr>
        <p:spPr>
          <a:xfrm>
            <a:off x="5989320" y="1360568"/>
            <a:ext cx="2514600" cy="1097280"/>
          </a:xfrm>
          <a:prstGeom prst="roundRect">
            <a:avLst>
              <a:gd name="adj" fmla="val 6667"/>
            </a:avLst>
          </a:prstGeom>
          <a:solidFill>
            <a:srgbClr val="FFFFFF"/>
          </a:solidFill>
          <a:ln w="12700">
            <a:solidFill>
              <a:srgbClr val="D7DEE8"/>
            </a:solidFill>
            <a:prstDash val="solid"/>
          </a:ln>
          <a:effectLst>
            <a:outerShdw blurRad="12700" dist="6350" dir="2700000" algn="bl" rotWithShape="0">
              <a:srgbClr val="000000">
                <a:alpha val="10000"/>
              </a:srgbClr>
            </a:outerShdw>
          </a:effectLst>
        </p:spPr>
        <p:txBody>
          <a:bodyPr/>
          <a:lstStyle/>
          <a:p>
            <a:endParaRPr lang="en-US"/>
          </a:p>
        </p:txBody>
      </p:sp>
      <p:sp>
        <p:nvSpPr>
          <p:cNvPr id="13" name="Text 11"/>
          <p:cNvSpPr/>
          <p:nvPr/>
        </p:nvSpPr>
        <p:spPr>
          <a:xfrm>
            <a:off x="6153912" y="1472818"/>
            <a:ext cx="2185416" cy="164592"/>
          </a:xfrm>
          <a:prstGeom prst="rect">
            <a:avLst/>
          </a:prstGeom>
          <a:noFill/>
          <a:ln/>
        </p:spPr>
        <p:txBody>
          <a:bodyPr wrap="square" lIns="0" tIns="0" rIns="0" bIns="0" rtlCol="0" anchor="ctr"/>
          <a:lstStyle/>
          <a:p>
            <a:pPr marL="0" indent="0">
              <a:buNone/>
            </a:pPr>
            <a:r>
              <a:rPr lang="en-US" sz="1400" dirty="0">
                <a:solidFill>
                  <a:srgbClr val="5F6B7A"/>
                </a:solidFill>
              </a:rPr>
              <a:t>PSI</a:t>
            </a:r>
            <a:endParaRPr lang="en-US" sz="1400" dirty="0"/>
          </a:p>
        </p:txBody>
      </p:sp>
      <p:sp>
        <p:nvSpPr>
          <p:cNvPr id="14" name="Text 12"/>
          <p:cNvSpPr/>
          <p:nvPr/>
        </p:nvSpPr>
        <p:spPr>
          <a:xfrm>
            <a:off x="6153912" y="1714662"/>
            <a:ext cx="2185416" cy="329184"/>
          </a:xfrm>
          <a:prstGeom prst="rect">
            <a:avLst/>
          </a:prstGeom>
          <a:noFill/>
          <a:ln/>
        </p:spPr>
        <p:txBody>
          <a:bodyPr wrap="square" lIns="0" tIns="0" rIns="0" bIns="0" rtlCol="0" anchor="ctr"/>
          <a:lstStyle/>
          <a:p>
            <a:pPr marL="0" indent="0">
              <a:buNone/>
            </a:pPr>
            <a:r>
              <a:rPr lang="en-US" sz="2400" b="1" dirty="0">
                <a:solidFill>
                  <a:srgbClr val="D97706"/>
                </a:solidFill>
              </a:rPr>
              <a:t>0.000</a:t>
            </a:r>
            <a:endParaRPr lang="en-US" sz="2400" dirty="0"/>
          </a:p>
        </p:txBody>
      </p:sp>
      <p:sp>
        <p:nvSpPr>
          <p:cNvPr id="15" name="Text 13"/>
          <p:cNvSpPr/>
          <p:nvPr/>
        </p:nvSpPr>
        <p:spPr>
          <a:xfrm>
            <a:off x="6153912" y="2162718"/>
            <a:ext cx="2185416" cy="164592"/>
          </a:xfrm>
          <a:prstGeom prst="rect">
            <a:avLst/>
          </a:prstGeom>
          <a:noFill/>
          <a:ln/>
        </p:spPr>
        <p:txBody>
          <a:bodyPr wrap="square" lIns="0" tIns="0" rIns="0" bIns="0" rtlCol="0" anchor="ctr"/>
          <a:lstStyle/>
          <a:p>
            <a:pPr marL="0" indent="0">
              <a:buNone/>
            </a:pPr>
            <a:r>
              <a:rPr lang="en-US" sz="1400" dirty="0">
                <a:solidFill>
                  <a:srgbClr val="10243E"/>
                </a:solidFill>
              </a:rPr>
              <a:t>No meaningful drift</a:t>
            </a:r>
            <a:endParaRPr lang="en-US" sz="1400" dirty="0"/>
          </a:p>
        </p:txBody>
      </p:sp>
      <p:sp>
        <p:nvSpPr>
          <p:cNvPr id="16" name="Shape 14"/>
          <p:cNvSpPr/>
          <p:nvPr/>
        </p:nvSpPr>
        <p:spPr>
          <a:xfrm>
            <a:off x="8686800" y="1360567"/>
            <a:ext cx="2880360" cy="1097280"/>
          </a:xfrm>
          <a:prstGeom prst="roundRect">
            <a:avLst>
              <a:gd name="adj" fmla="val 6667"/>
            </a:avLst>
          </a:prstGeom>
          <a:solidFill>
            <a:srgbClr val="FFFFFF"/>
          </a:solidFill>
          <a:ln w="12700">
            <a:solidFill>
              <a:srgbClr val="D7DEE8"/>
            </a:solidFill>
            <a:prstDash val="solid"/>
          </a:ln>
          <a:effectLst>
            <a:outerShdw blurRad="12700" dist="6350" dir="2700000" algn="bl" rotWithShape="0">
              <a:srgbClr val="000000">
                <a:alpha val="10000"/>
              </a:srgbClr>
            </a:outerShdw>
          </a:effectLst>
        </p:spPr>
        <p:txBody>
          <a:bodyPr/>
          <a:lstStyle/>
          <a:p>
            <a:endParaRPr lang="en-US"/>
          </a:p>
        </p:txBody>
      </p:sp>
      <p:sp>
        <p:nvSpPr>
          <p:cNvPr id="17" name="Text 15"/>
          <p:cNvSpPr/>
          <p:nvPr/>
        </p:nvSpPr>
        <p:spPr>
          <a:xfrm>
            <a:off x="8851392" y="1441286"/>
            <a:ext cx="2551176" cy="164592"/>
          </a:xfrm>
          <a:prstGeom prst="rect">
            <a:avLst/>
          </a:prstGeom>
          <a:noFill/>
          <a:ln/>
        </p:spPr>
        <p:txBody>
          <a:bodyPr wrap="square" lIns="0" tIns="0" rIns="0" bIns="0" rtlCol="0" anchor="ctr"/>
          <a:lstStyle/>
          <a:p>
            <a:pPr marL="0" indent="0">
              <a:buNone/>
            </a:pPr>
            <a:r>
              <a:rPr lang="en-US" sz="1400" dirty="0">
                <a:solidFill>
                  <a:srgbClr val="5F6B7A"/>
                </a:solidFill>
              </a:rPr>
              <a:t>Calibration gap</a:t>
            </a:r>
            <a:endParaRPr lang="en-US" sz="1400" dirty="0"/>
          </a:p>
        </p:txBody>
      </p:sp>
      <p:sp>
        <p:nvSpPr>
          <p:cNvPr id="18" name="Text 16"/>
          <p:cNvSpPr/>
          <p:nvPr/>
        </p:nvSpPr>
        <p:spPr>
          <a:xfrm>
            <a:off x="8851392" y="1714662"/>
            <a:ext cx="2551176" cy="329184"/>
          </a:xfrm>
          <a:prstGeom prst="rect">
            <a:avLst/>
          </a:prstGeom>
          <a:noFill/>
          <a:ln/>
        </p:spPr>
        <p:txBody>
          <a:bodyPr wrap="square" lIns="0" tIns="0" rIns="0" bIns="0" rtlCol="0" anchor="ctr"/>
          <a:lstStyle/>
          <a:p>
            <a:pPr marL="0" indent="0">
              <a:buNone/>
            </a:pPr>
            <a:r>
              <a:rPr lang="en-US" sz="2400" b="1" dirty="0">
                <a:solidFill>
                  <a:srgbClr val="C83E4D"/>
                </a:solidFill>
              </a:rPr>
              <a:t>41% vs 7%</a:t>
            </a:r>
            <a:endParaRPr lang="en-US" sz="2400" dirty="0"/>
          </a:p>
        </p:txBody>
      </p:sp>
      <p:sp>
        <p:nvSpPr>
          <p:cNvPr id="19" name="Text 17"/>
          <p:cNvSpPr/>
          <p:nvPr/>
        </p:nvSpPr>
        <p:spPr>
          <a:xfrm>
            <a:off x="8851392" y="2131186"/>
            <a:ext cx="2551176" cy="164592"/>
          </a:xfrm>
          <a:prstGeom prst="rect">
            <a:avLst/>
          </a:prstGeom>
          <a:noFill/>
          <a:ln/>
        </p:spPr>
        <p:txBody>
          <a:bodyPr wrap="square" lIns="0" tIns="0" rIns="0" bIns="0" rtlCol="0" anchor="ctr"/>
          <a:lstStyle/>
          <a:p>
            <a:pPr marL="0" indent="0">
              <a:buNone/>
            </a:pPr>
            <a:r>
              <a:rPr lang="en-US" sz="1400" dirty="0">
                <a:solidFill>
                  <a:srgbClr val="10243E"/>
                </a:solidFill>
              </a:rPr>
              <a:t>Predicted PD vs observed default</a:t>
            </a:r>
            <a:endParaRPr lang="en-US" sz="1400" dirty="0"/>
          </a:p>
        </p:txBody>
      </p:sp>
      <p:sp>
        <p:nvSpPr>
          <p:cNvPr id="21" name="Text 19"/>
          <p:cNvSpPr/>
          <p:nvPr/>
        </p:nvSpPr>
        <p:spPr>
          <a:xfrm>
            <a:off x="822960" y="2926080"/>
            <a:ext cx="2377440" cy="228600"/>
          </a:xfrm>
          <a:prstGeom prst="rect">
            <a:avLst/>
          </a:prstGeom>
          <a:noFill/>
          <a:ln/>
        </p:spPr>
        <p:txBody>
          <a:bodyPr wrap="square" lIns="0" tIns="0" rIns="0" bIns="0" rtlCol="0" anchor="ctr"/>
          <a:lstStyle/>
          <a:p>
            <a:pPr marL="0" indent="0">
              <a:buNone/>
            </a:pPr>
            <a:r>
              <a:rPr lang="en-US" sz="1700" b="1" dirty="0">
                <a:solidFill>
                  <a:srgbClr val="0F2744"/>
                </a:solidFill>
              </a:rPr>
              <a:t>Validation Insights</a:t>
            </a:r>
            <a:endParaRPr lang="en-US" sz="1700" dirty="0"/>
          </a:p>
        </p:txBody>
      </p:sp>
      <p:sp>
        <p:nvSpPr>
          <p:cNvPr id="23" name="Text 21"/>
          <p:cNvSpPr/>
          <p:nvPr/>
        </p:nvSpPr>
        <p:spPr>
          <a:xfrm>
            <a:off x="878368" y="3379814"/>
            <a:ext cx="4636008" cy="292608"/>
          </a:xfrm>
          <a:prstGeom prst="rect">
            <a:avLst/>
          </a:prstGeom>
          <a:noFill/>
          <a:ln/>
        </p:spPr>
        <p:txBody>
          <a:bodyPr wrap="square" lIns="0" tIns="0" rIns="0" bIns="0" rtlCol="0" anchor="ctr"/>
          <a:lstStyle/>
          <a:p>
            <a:pPr marL="0" indent="0">
              <a:buNone/>
            </a:pPr>
            <a:r>
              <a:rPr lang="en-US" sz="1350" dirty="0">
                <a:solidFill>
                  <a:srgbClr val="10243E"/>
                </a:solidFill>
              </a:rPr>
              <a:t>- Logistic regression is stable out of sample: AUC 0.80 and KS 0.45. </a:t>
            </a:r>
          </a:p>
          <a:p>
            <a:pPr marL="0" indent="0">
              <a:buNone/>
            </a:pPr>
            <a:endParaRPr lang="en-US" sz="1350" dirty="0"/>
          </a:p>
        </p:txBody>
      </p:sp>
      <p:sp>
        <p:nvSpPr>
          <p:cNvPr id="26" name="Text 24"/>
          <p:cNvSpPr/>
          <p:nvPr/>
        </p:nvSpPr>
        <p:spPr>
          <a:xfrm>
            <a:off x="822960" y="4187952"/>
            <a:ext cx="164592" cy="182880"/>
          </a:xfrm>
          <a:prstGeom prst="rect">
            <a:avLst/>
          </a:prstGeom>
          <a:noFill/>
          <a:ln/>
        </p:spPr>
        <p:txBody>
          <a:bodyPr wrap="square" lIns="0" tIns="0" rIns="0" bIns="0" rtlCol="0" anchor="ctr"/>
          <a:lstStyle/>
          <a:p>
            <a:pPr marL="0" indent="0">
              <a:buNone/>
            </a:pPr>
            <a:endParaRPr lang="en-US" sz="1350" dirty="0"/>
          </a:p>
        </p:txBody>
      </p:sp>
      <p:sp>
        <p:nvSpPr>
          <p:cNvPr id="28" name="Shape 26"/>
          <p:cNvSpPr/>
          <p:nvPr/>
        </p:nvSpPr>
        <p:spPr>
          <a:xfrm>
            <a:off x="6263640" y="2697480"/>
            <a:ext cx="5303520" cy="3498368"/>
          </a:xfrm>
          <a:prstGeom prst="roundRect">
            <a:avLst>
              <a:gd name="adj" fmla="val 2759"/>
            </a:avLst>
          </a:prstGeom>
          <a:solidFill>
            <a:srgbClr val="FFFFFF"/>
          </a:solidFill>
          <a:ln w="12700">
            <a:solidFill>
              <a:srgbClr val="D7DEE8"/>
            </a:solidFill>
            <a:prstDash val="solid"/>
          </a:ln>
        </p:spPr>
        <p:txBody>
          <a:bodyPr/>
          <a:lstStyle/>
          <a:p>
            <a:endParaRPr lang="en-US"/>
          </a:p>
        </p:txBody>
      </p:sp>
      <p:sp>
        <p:nvSpPr>
          <p:cNvPr id="29" name="Text 27"/>
          <p:cNvSpPr/>
          <p:nvPr/>
        </p:nvSpPr>
        <p:spPr>
          <a:xfrm>
            <a:off x="6492240" y="2926080"/>
            <a:ext cx="2651760" cy="228600"/>
          </a:xfrm>
          <a:prstGeom prst="rect">
            <a:avLst/>
          </a:prstGeom>
          <a:noFill/>
          <a:ln/>
        </p:spPr>
        <p:txBody>
          <a:bodyPr wrap="square" lIns="0" tIns="0" rIns="0" bIns="0" rtlCol="0" anchor="ctr"/>
          <a:lstStyle/>
          <a:p>
            <a:pPr marL="0" indent="0">
              <a:buNone/>
            </a:pPr>
            <a:r>
              <a:rPr lang="en-US" sz="1700" b="1" dirty="0">
                <a:solidFill>
                  <a:srgbClr val="0F2744"/>
                </a:solidFill>
              </a:rPr>
              <a:t>Key findings</a:t>
            </a:r>
            <a:endParaRPr lang="en-US" sz="1700" dirty="0"/>
          </a:p>
        </p:txBody>
      </p:sp>
      <p:sp>
        <p:nvSpPr>
          <p:cNvPr id="30" name="Text 28"/>
          <p:cNvSpPr/>
          <p:nvPr/>
        </p:nvSpPr>
        <p:spPr>
          <a:xfrm>
            <a:off x="6492240" y="3688504"/>
            <a:ext cx="164592" cy="182880"/>
          </a:xfrm>
          <a:prstGeom prst="rect">
            <a:avLst/>
          </a:prstGeom>
          <a:noFill/>
          <a:ln/>
        </p:spPr>
        <p:txBody>
          <a:bodyPr wrap="square" lIns="0" tIns="0" rIns="0" bIns="0" rtlCol="0" anchor="ctr"/>
          <a:lstStyle/>
          <a:p>
            <a:pPr marL="0" indent="0">
              <a:buNone/>
            </a:pPr>
            <a:r>
              <a:rPr lang="en-US" sz="1350" dirty="0">
                <a:solidFill>
                  <a:srgbClr val="2F6BFF"/>
                </a:solidFill>
              </a:rPr>
              <a:t>•</a:t>
            </a:r>
            <a:endParaRPr lang="en-US" sz="1350" dirty="0"/>
          </a:p>
        </p:txBody>
      </p:sp>
      <p:sp>
        <p:nvSpPr>
          <p:cNvPr id="31" name="Text 29"/>
          <p:cNvSpPr/>
          <p:nvPr/>
        </p:nvSpPr>
        <p:spPr>
          <a:xfrm>
            <a:off x="6656832" y="3300984"/>
            <a:ext cx="4498848" cy="292608"/>
          </a:xfrm>
          <a:prstGeom prst="rect">
            <a:avLst/>
          </a:prstGeom>
          <a:noFill/>
          <a:ln/>
        </p:spPr>
        <p:txBody>
          <a:bodyPr wrap="square" lIns="0" tIns="0" rIns="0" bIns="0" rtlCol="0" anchor="ctr"/>
          <a:lstStyle/>
          <a:p>
            <a:pPr marL="0" indent="0">
              <a:buNone/>
            </a:pPr>
            <a:endParaRPr lang="en-US" sz="1350" dirty="0"/>
          </a:p>
        </p:txBody>
      </p:sp>
      <p:sp>
        <p:nvSpPr>
          <p:cNvPr id="33" name="Text 31"/>
          <p:cNvSpPr/>
          <p:nvPr/>
        </p:nvSpPr>
        <p:spPr>
          <a:xfrm>
            <a:off x="6656832" y="3739898"/>
            <a:ext cx="4498848" cy="292608"/>
          </a:xfrm>
          <a:prstGeom prst="rect">
            <a:avLst/>
          </a:prstGeom>
          <a:noFill/>
          <a:ln/>
        </p:spPr>
        <p:txBody>
          <a:bodyPr wrap="square" lIns="0" tIns="0" rIns="0" bIns="0" rtlCol="0" anchor="ctr"/>
          <a:lstStyle/>
          <a:p>
            <a:pPr marL="0" indent="0">
              <a:buNone/>
            </a:pPr>
            <a:r>
              <a:rPr lang="en-US" sz="1350" dirty="0">
                <a:solidFill>
                  <a:srgbClr val="10243E"/>
                </a:solidFill>
              </a:rPr>
              <a:t>Recalibrate PDs before CECL, pricing, or stress testing use cases.</a:t>
            </a:r>
            <a:endParaRPr lang="en-US" sz="1350" dirty="0"/>
          </a:p>
        </p:txBody>
      </p:sp>
      <p:sp>
        <p:nvSpPr>
          <p:cNvPr id="34" name="Text 32"/>
          <p:cNvSpPr/>
          <p:nvPr/>
        </p:nvSpPr>
        <p:spPr>
          <a:xfrm>
            <a:off x="6492240" y="4187952"/>
            <a:ext cx="164592" cy="182880"/>
          </a:xfrm>
          <a:prstGeom prst="rect">
            <a:avLst/>
          </a:prstGeom>
          <a:noFill/>
          <a:ln/>
        </p:spPr>
        <p:txBody>
          <a:bodyPr wrap="square" lIns="0" tIns="0" rIns="0" bIns="0" rtlCol="0" anchor="ctr"/>
          <a:lstStyle/>
          <a:p>
            <a:pPr marL="0" indent="0">
              <a:buNone/>
            </a:pPr>
            <a:endParaRPr lang="en-US" sz="1350" dirty="0"/>
          </a:p>
        </p:txBody>
      </p:sp>
      <p:sp>
        <p:nvSpPr>
          <p:cNvPr id="36" name="Text 27">
            <a:extLst>
              <a:ext uri="{FF2B5EF4-FFF2-40B4-BE49-F238E27FC236}">
                <a16:creationId xmlns:a16="http://schemas.microsoft.com/office/drawing/2014/main" id="{BCA495CA-9466-4A91-4230-C8AF22D1529C}"/>
              </a:ext>
            </a:extLst>
          </p:cNvPr>
          <p:cNvSpPr/>
          <p:nvPr/>
        </p:nvSpPr>
        <p:spPr>
          <a:xfrm>
            <a:off x="6534278" y="4229376"/>
            <a:ext cx="2651760" cy="228600"/>
          </a:xfrm>
          <a:prstGeom prst="rect">
            <a:avLst/>
          </a:prstGeom>
          <a:noFill/>
          <a:ln/>
        </p:spPr>
        <p:txBody>
          <a:bodyPr wrap="square" lIns="0" tIns="0" rIns="0" bIns="0" rtlCol="0" anchor="ctr"/>
          <a:lstStyle/>
          <a:p>
            <a:pPr marL="0" indent="0">
              <a:buNone/>
            </a:pPr>
            <a:r>
              <a:rPr lang="en-US" sz="1700" b="1" dirty="0">
                <a:solidFill>
                  <a:srgbClr val="0F2744"/>
                </a:solidFill>
              </a:rPr>
              <a:t>Recommendations</a:t>
            </a:r>
            <a:endParaRPr lang="en-US" sz="1700" dirty="0"/>
          </a:p>
        </p:txBody>
      </p:sp>
      <p:sp>
        <p:nvSpPr>
          <p:cNvPr id="37" name="Text 25">
            <a:extLst>
              <a:ext uri="{FF2B5EF4-FFF2-40B4-BE49-F238E27FC236}">
                <a16:creationId xmlns:a16="http://schemas.microsoft.com/office/drawing/2014/main" id="{9F3CFAB8-7E06-8AE3-E110-B77FF5D22AB6}"/>
              </a:ext>
            </a:extLst>
          </p:cNvPr>
          <p:cNvSpPr/>
          <p:nvPr/>
        </p:nvSpPr>
        <p:spPr>
          <a:xfrm>
            <a:off x="6678918" y="3295468"/>
            <a:ext cx="4636008" cy="292608"/>
          </a:xfrm>
          <a:prstGeom prst="rect">
            <a:avLst/>
          </a:prstGeom>
          <a:noFill/>
          <a:ln/>
        </p:spPr>
        <p:txBody>
          <a:bodyPr wrap="square" lIns="0" tIns="0" rIns="0" bIns="0" rtlCol="0" anchor="ctr"/>
          <a:lstStyle/>
          <a:p>
            <a:r>
              <a:rPr lang="en-US" sz="1350" dirty="0">
                <a:solidFill>
                  <a:srgbClr val="10243E"/>
                </a:solidFill>
              </a:rPr>
              <a:t>Calibration remains weak: mean predicted PD is 41% </a:t>
            </a:r>
            <a:r>
              <a:rPr lang="en-US" sz="1400" dirty="0">
                <a:solidFill>
                  <a:srgbClr val="10243E"/>
                </a:solidFill>
              </a:rPr>
              <a:t>(class weight = “balanced”)</a:t>
            </a:r>
            <a:r>
              <a:rPr lang="en-US" sz="1350" dirty="0">
                <a:solidFill>
                  <a:srgbClr val="10243E"/>
                </a:solidFill>
              </a:rPr>
              <a:t> versus 7% observed.</a:t>
            </a:r>
            <a:endParaRPr lang="en-US" sz="1350" dirty="0"/>
          </a:p>
        </p:txBody>
      </p:sp>
      <p:sp>
        <p:nvSpPr>
          <p:cNvPr id="38" name="Text 24">
            <a:extLst>
              <a:ext uri="{FF2B5EF4-FFF2-40B4-BE49-F238E27FC236}">
                <a16:creationId xmlns:a16="http://schemas.microsoft.com/office/drawing/2014/main" id="{60CB4196-A9BE-2D0A-81C1-FB4774DA6512}"/>
              </a:ext>
            </a:extLst>
          </p:cNvPr>
          <p:cNvSpPr/>
          <p:nvPr/>
        </p:nvSpPr>
        <p:spPr>
          <a:xfrm>
            <a:off x="6498560" y="3237061"/>
            <a:ext cx="164592" cy="182880"/>
          </a:xfrm>
          <a:prstGeom prst="rect">
            <a:avLst/>
          </a:prstGeom>
          <a:noFill/>
          <a:ln/>
        </p:spPr>
        <p:txBody>
          <a:bodyPr wrap="square" lIns="0" tIns="0" rIns="0" bIns="0" rtlCol="0" anchor="ctr"/>
          <a:lstStyle/>
          <a:p>
            <a:pPr marL="0" indent="0">
              <a:buNone/>
            </a:pPr>
            <a:r>
              <a:rPr lang="en-US" sz="1350" dirty="0">
                <a:solidFill>
                  <a:srgbClr val="2F6BFF"/>
                </a:solidFill>
              </a:rPr>
              <a:t>•</a:t>
            </a:r>
            <a:endParaRPr lang="en-US" sz="1350" dirty="0"/>
          </a:p>
        </p:txBody>
      </p:sp>
      <p:sp>
        <p:nvSpPr>
          <p:cNvPr id="20" name="Text 33">
            <a:extLst>
              <a:ext uri="{FF2B5EF4-FFF2-40B4-BE49-F238E27FC236}">
                <a16:creationId xmlns:a16="http://schemas.microsoft.com/office/drawing/2014/main" id="{C19F21FF-0839-4B1F-5246-FBF42E4B553E}"/>
              </a:ext>
            </a:extLst>
          </p:cNvPr>
          <p:cNvSpPr/>
          <p:nvPr/>
        </p:nvSpPr>
        <p:spPr>
          <a:xfrm>
            <a:off x="6607570" y="4768429"/>
            <a:ext cx="4498848" cy="292608"/>
          </a:xfrm>
          <a:prstGeom prst="rect">
            <a:avLst/>
          </a:prstGeom>
          <a:noFill/>
          <a:ln/>
        </p:spPr>
        <p:txBody>
          <a:bodyPr wrap="square" lIns="0" tIns="0" rIns="0" bIns="0" rtlCol="0" anchor="ctr"/>
          <a:lstStyle/>
          <a:p>
            <a:r>
              <a:rPr lang="en-US" sz="1350" dirty="0">
                <a:solidFill>
                  <a:schemeClr val="tx2"/>
                </a:solidFill>
              </a:rPr>
              <a:t>- </a:t>
            </a:r>
            <a:r>
              <a:rPr lang="en-US" sz="1400" dirty="0">
                <a:solidFill>
                  <a:srgbClr val="002060"/>
                </a:solidFill>
              </a:rPr>
              <a:t>Ongoing monitoring should include threshold-based triggers (e.g., PSI &gt; 0.1, calibration drift, approval rate shifts) with defined escalation and review processes.</a:t>
            </a:r>
            <a:endParaRPr lang="en-US" sz="1350" dirty="0">
              <a:solidFill>
                <a:srgbClr val="002060"/>
              </a:solidFill>
            </a:endParaRPr>
          </a:p>
          <a:p>
            <a:pPr marL="0" indent="0">
              <a:buNone/>
            </a:pPr>
            <a:endParaRPr lang="en-US" sz="1350" dirty="0"/>
          </a:p>
        </p:txBody>
      </p:sp>
      <p:sp>
        <p:nvSpPr>
          <p:cNvPr id="22" name="Text 23">
            <a:extLst>
              <a:ext uri="{FF2B5EF4-FFF2-40B4-BE49-F238E27FC236}">
                <a16:creationId xmlns:a16="http://schemas.microsoft.com/office/drawing/2014/main" id="{2B6E28D9-EAAA-C1F6-CBE0-83AA9E5A50CE}"/>
              </a:ext>
            </a:extLst>
          </p:cNvPr>
          <p:cNvSpPr/>
          <p:nvPr/>
        </p:nvSpPr>
        <p:spPr>
          <a:xfrm>
            <a:off x="873108" y="3928684"/>
            <a:ext cx="4636008" cy="219841"/>
          </a:xfrm>
          <a:prstGeom prst="rect">
            <a:avLst/>
          </a:prstGeom>
          <a:noFill/>
          <a:ln/>
        </p:spPr>
        <p:txBody>
          <a:bodyPr wrap="square" lIns="0" tIns="0" rIns="0" bIns="0" rtlCol="0" anchor="ctr"/>
          <a:lstStyle/>
          <a:p>
            <a:r>
              <a:rPr lang="en-US" sz="1350" dirty="0">
                <a:solidFill>
                  <a:srgbClr val="10243E"/>
                </a:solidFill>
              </a:rPr>
              <a:t>-  </a:t>
            </a:r>
            <a:r>
              <a:rPr lang="en-US" sz="1400" dirty="0">
                <a:solidFill>
                  <a:srgbClr val="10243E"/>
                </a:solidFill>
              </a:rPr>
              <a:t>Threshold policy is pivotal for approval rate, and disparate impact (Age groups).</a:t>
            </a:r>
            <a:endParaRPr lang="en-US" sz="1400" dirty="0"/>
          </a:p>
          <a:p>
            <a:pPr marL="0" indent="0">
              <a:buNone/>
            </a:pPr>
            <a:endParaRPr lang="en-US" sz="1350" dirty="0"/>
          </a:p>
        </p:txBody>
      </p:sp>
      <p:sp>
        <p:nvSpPr>
          <p:cNvPr id="27" name="Text 1">
            <a:extLst>
              <a:ext uri="{FF2B5EF4-FFF2-40B4-BE49-F238E27FC236}">
                <a16:creationId xmlns:a16="http://schemas.microsoft.com/office/drawing/2014/main" id="{D8980FB7-76EE-AF24-7B2C-FEFBB1F8E383}"/>
              </a:ext>
            </a:extLst>
          </p:cNvPr>
          <p:cNvSpPr/>
          <p:nvPr/>
        </p:nvSpPr>
        <p:spPr>
          <a:xfrm>
            <a:off x="623234" y="833044"/>
            <a:ext cx="10753344" cy="300683"/>
          </a:xfrm>
          <a:prstGeom prst="rect">
            <a:avLst/>
          </a:prstGeom>
          <a:noFill/>
          <a:ln/>
        </p:spPr>
        <p:txBody>
          <a:bodyPr wrap="square" lIns="0" tIns="0" rIns="0" bIns="0" rtlCol="0" anchor="ctr"/>
          <a:lstStyle/>
          <a:p>
            <a:r>
              <a:rPr lang="en-US" dirty="0">
                <a:solidFill>
                  <a:schemeClr val="tx2"/>
                </a:solidFill>
              </a:rPr>
              <a:t>The model is stable out of sample and performs well in ranking risk, as shown by AUC of 0.80, KS of 0.45, and low PSI. However, Calibration is weak and fairness outcomes are highly sensitive to the threshold.</a:t>
            </a:r>
            <a:endParaRPr lang="en-US" sz="2000" dirty="0">
              <a:solidFill>
                <a:schemeClr val="tx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905AB-FFD1-3D74-D3D9-AB1C2AD3DDA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B59D764-5EED-0883-1896-8B0640B5E830}"/>
              </a:ext>
            </a:extLst>
          </p:cNvPr>
          <p:cNvSpPr/>
          <p:nvPr/>
        </p:nvSpPr>
        <p:spPr>
          <a:xfrm>
            <a:off x="564405" y="501975"/>
            <a:ext cx="11149373" cy="510175"/>
          </a:xfrm>
          <a:prstGeom prst="rect">
            <a:avLst/>
          </a:prstGeom>
          <a:noFill/>
          <a:ln/>
        </p:spPr>
        <p:txBody>
          <a:bodyPr wrap="square" lIns="0" tIns="0" rIns="0" bIns="0" rtlCol="0" anchor="ctr"/>
          <a:lstStyle/>
          <a:p>
            <a:r>
              <a:rPr lang="en-US" sz="2400" b="1" dirty="0">
                <a:solidFill>
                  <a:schemeClr val="tx2">
                    <a:lumMod val="75000"/>
                  </a:schemeClr>
                </a:solidFill>
              </a:rPr>
              <a:t>Credit Scoring Use Case is fulfilled: </a:t>
            </a:r>
            <a:r>
              <a:rPr lang="en-US" sz="2400" b="1" dirty="0">
                <a:solidFill>
                  <a:schemeClr val="tx2">
                    <a:lumMod val="75000"/>
                  </a:schemeClr>
                </a:solidFill>
                <a:latin typeface="+mj-lt"/>
              </a:rPr>
              <a:t>Distribution produces meaningful scores</a:t>
            </a:r>
          </a:p>
          <a:p>
            <a:r>
              <a:rPr lang="en-US" sz="2400" b="1" dirty="0">
                <a:solidFill>
                  <a:schemeClr val="tx2">
                    <a:lumMod val="75000"/>
                  </a:schemeClr>
                </a:solidFill>
                <a:latin typeface="+mj-lt"/>
              </a:rPr>
              <a:t>(Calibration has no effect on distribution)  </a:t>
            </a:r>
          </a:p>
        </p:txBody>
      </p:sp>
      <p:sp>
        <p:nvSpPr>
          <p:cNvPr id="3" name="Text 1">
            <a:extLst>
              <a:ext uri="{FF2B5EF4-FFF2-40B4-BE49-F238E27FC236}">
                <a16:creationId xmlns:a16="http://schemas.microsoft.com/office/drawing/2014/main" id="{D70595AA-E410-9535-1731-727DD90E3512}"/>
              </a:ext>
            </a:extLst>
          </p:cNvPr>
          <p:cNvSpPr/>
          <p:nvPr/>
        </p:nvSpPr>
        <p:spPr>
          <a:xfrm>
            <a:off x="580171" y="1232872"/>
            <a:ext cx="11007483" cy="292608"/>
          </a:xfrm>
          <a:prstGeom prst="rect">
            <a:avLst/>
          </a:prstGeom>
          <a:noFill/>
          <a:ln/>
        </p:spPr>
        <p:txBody>
          <a:bodyPr wrap="square" lIns="0" tIns="0" rIns="0" bIns="0" rtlCol="0" anchor="ctr"/>
          <a:lstStyle/>
          <a:p>
            <a:r>
              <a:rPr lang="en-US" sz="2000" dirty="0">
                <a:solidFill>
                  <a:schemeClr val="tx1">
                    <a:lumMod val="50000"/>
                    <a:lumOff val="50000"/>
                  </a:schemeClr>
                </a:solidFill>
              </a:rPr>
              <a:t>Clear separation between classes. But fairness trade-offs at the decision level must be monitored.</a:t>
            </a:r>
          </a:p>
        </p:txBody>
      </p:sp>
      <p:sp>
        <p:nvSpPr>
          <p:cNvPr id="19" name="Text 16">
            <a:extLst>
              <a:ext uri="{FF2B5EF4-FFF2-40B4-BE49-F238E27FC236}">
                <a16:creationId xmlns:a16="http://schemas.microsoft.com/office/drawing/2014/main" id="{298A963D-7664-EC67-C830-27C1A8FFA34F}"/>
              </a:ext>
            </a:extLst>
          </p:cNvPr>
          <p:cNvSpPr/>
          <p:nvPr/>
        </p:nvSpPr>
        <p:spPr>
          <a:xfrm>
            <a:off x="6885432" y="4023360"/>
            <a:ext cx="4407408" cy="292608"/>
          </a:xfrm>
          <a:prstGeom prst="rect">
            <a:avLst/>
          </a:prstGeom>
          <a:noFill/>
          <a:ln/>
        </p:spPr>
        <p:txBody>
          <a:bodyPr wrap="square" lIns="0" tIns="0" rIns="0" bIns="0" rtlCol="0" anchor="ctr"/>
          <a:lstStyle/>
          <a:p>
            <a:pPr marL="0" indent="0">
              <a:buNone/>
            </a:pPr>
            <a:endParaRPr lang="en-US" sz="1450" dirty="0"/>
          </a:p>
        </p:txBody>
      </p:sp>
      <p:pic>
        <p:nvPicPr>
          <p:cNvPr id="4" name="Picture 2">
            <a:extLst>
              <a:ext uri="{FF2B5EF4-FFF2-40B4-BE49-F238E27FC236}">
                <a16:creationId xmlns:a16="http://schemas.microsoft.com/office/drawing/2014/main" id="{37B52CDB-8D95-B1F0-9620-F8E1F44E8C00}"/>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2081" y="1794995"/>
            <a:ext cx="6667496" cy="39775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6957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438912"/>
            <a:ext cx="8046720" cy="365760"/>
          </a:xfrm>
          <a:prstGeom prst="rect">
            <a:avLst/>
          </a:prstGeom>
          <a:noFill/>
          <a:ln/>
        </p:spPr>
        <p:txBody>
          <a:bodyPr wrap="square" lIns="0" tIns="0" rIns="0" bIns="0" rtlCol="0" anchor="ctr"/>
          <a:lstStyle/>
          <a:p>
            <a:pPr marL="0" indent="0">
              <a:buNone/>
            </a:pPr>
            <a:r>
              <a:rPr lang="en-US" sz="2400" b="1" dirty="0">
                <a:solidFill>
                  <a:srgbClr val="0F2744"/>
                </a:solidFill>
                <a:latin typeface="Aptos Display" pitchFamily="34" charset="0"/>
                <a:ea typeface="Aptos Display" pitchFamily="34" charset="-122"/>
                <a:cs typeface="Aptos Display" pitchFamily="34" charset="-120"/>
              </a:rPr>
              <a:t>Key drivers</a:t>
            </a:r>
            <a:endParaRPr lang="en-US" sz="2400" dirty="0"/>
          </a:p>
        </p:txBody>
      </p:sp>
      <p:sp>
        <p:nvSpPr>
          <p:cNvPr id="3" name="Text 1"/>
          <p:cNvSpPr/>
          <p:nvPr/>
        </p:nvSpPr>
        <p:spPr>
          <a:xfrm>
            <a:off x="548640" y="1000382"/>
            <a:ext cx="10469880" cy="228600"/>
          </a:xfrm>
          <a:prstGeom prst="rect">
            <a:avLst/>
          </a:prstGeom>
          <a:noFill/>
          <a:ln/>
        </p:spPr>
        <p:txBody>
          <a:bodyPr wrap="square" lIns="0" tIns="0" rIns="0" bIns="0" rtlCol="0" anchor="ctr"/>
          <a:lstStyle/>
          <a:p>
            <a:pPr marL="0" indent="0">
              <a:buNone/>
            </a:pPr>
            <a:r>
              <a:rPr lang="en-US" sz="2000" dirty="0">
                <a:solidFill>
                  <a:srgbClr val="5F6B7A"/>
                </a:solidFill>
              </a:rPr>
              <a:t>Delinquency variables dominate model behavior.</a:t>
            </a:r>
            <a:endParaRPr lang="en-US" sz="2000" dirty="0"/>
          </a:p>
        </p:txBody>
      </p:sp>
      <p:pic>
        <p:nvPicPr>
          <p:cNvPr id="4" name="Image 0" descr="/mnt/data/actual_plots/coefficients.png"/>
          <p:cNvPicPr>
            <a:picLocks noChangeAspect="1"/>
          </p:cNvPicPr>
          <p:nvPr/>
        </p:nvPicPr>
        <p:blipFill>
          <a:blip r:embed="rId3"/>
          <a:stretch>
            <a:fillRect/>
          </a:stretch>
        </p:blipFill>
        <p:spPr>
          <a:xfrm>
            <a:off x="640080" y="1744553"/>
            <a:ext cx="5440680" cy="3400425"/>
          </a:xfrm>
          <a:prstGeom prst="rect">
            <a:avLst/>
          </a:prstGeom>
        </p:spPr>
      </p:pic>
      <p:sp>
        <p:nvSpPr>
          <p:cNvPr id="5" name="Shape 2"/>
          <p:cNvSpPr/>
          <p:nvPr/>
        </p:nvSpPr>
        <p:spPr>
          <a:xfrm>
            <a:off x="6355080" y="1871791"/>
            <a:ext cx="4937760" cy="2672916"/>
          </a:xfrm>
          <a:prstGeom prst="roundRect">
            <a:avLst>
              <a:gd name="adj" fmla="val 1053"/>
            </a:avLst>
          </a:prstGeom>
          <a:solidFill>
            <a:srgbClr val="FFFFFF"/>
          </a:solidFill>
          <a:ln w="12700">
            <a:solidFill>
              <a:srgbClr val="D7DEE8"/>
            </a:solidFill>
            <a:prstDash val="solid"/>
          </a:ln>
        </p:spPr>
        <p:txBody>
          <a:bodyPr/>
          <a:lstStyle/>
          <a:p>
            <a:endParaRPr lang="en-US"/>
          </a:p>
        </p:txBody>
      </p:sp>
      <p:sp>
        <p:nvSpPr>
          <p:cNvPr id="18" name="TextBox 17">
            <a:extLst>
              <a:ext uri="{FF2B5EF4-FFF2-40B4-BE49-F238E27FC236}">
                <a16:creationId xmlns:a16="http://schemas.microsoft.com/office/drawing/2014/main" id="{6E148A95-7F52-FFCF-560F-8B1DD6BD57A4}"/>
              </a:ext>
            </a:extLst>
          </p:cNvPr>
          <p:cNvSpPr txBox="1"/>
          <p:nvPr/>
        </p:nvSpPr>
        <p:spPr>
          <a:xfrm>
            <a:off x="6653293" y="1910455"/>
            <a:ext cx="4310363" cy="2925353"/>
          </a:xfrm>
          <a:prstGeom prst="rect">
            <a:avLst/>
          </a:prstGeom>
          <a:noFill/>
        </p:spPr>
        <p:txBody>
          <a:bodyPr wrap="square">
            <a:spAutoFit/>
          </a:bodyPr>
          <a:lstStyle/>
          <a:p>
            <a:pPr defTabSz="914400">
              <a:lnSpc>
                <a:spcPct val="90000"/>
              </a:lnSpc>
              <a:spcAft>
                <a:spcPts val="600"/>
              </a:spcAft>
            </a:pPr>
            <a:r>
              <a:rPr lang="en-US" sz="1600" b="1" dirty="0">
                <a:solidFill>
                  <a:schemeClr val="tx2">
                    <a:lumMod val="50000"/>
                  </a:schemeClr>
                </a:solidFill>
              </a:rPr>
              <a:t>Data typical of retail credit portfolios:</a:t>
            </a:r>
          </a:p>
          <a:p>
            <a:pPr defTabSz="914400">
              <a:lnSpc>
                <a:spcPct val="90000"/>
              </a:lnSpc>
              <a:spcAft>
                <a:spcPts val="600"/>
              </a:spcAft>
            </a:pPr>
            <a:r>
              <a:rPr lang="en-US" sz="1600" b="1" dirty="0">
                <a:solidFill>
                  <a:schemeClr val="tx2">
                    <a:lumMod val="50000"/>
                  </a:schemeClr>
                </a:solidFill>
              </a:rPr>
              <a:t>imbalanced</a:t>
            </a:r>
            <a:r>
              <a:rPr lang="en-US" sz="1600" dirty="0">
                <a:solidFill>
                  <a:schemeClr val="tx2">
                    <a:lumMod val="50000"/>
                  </a:schemeClr>
                </a:solidFill>
              </a:rPr>
              <a:t> default events</a:t>
            </a:r>
          </a:p>
          <a:p>
            <a:pPr defTabSz="914400">
              <a:lnSpc>
                <a:spcPct val="90000"/>
              </a:lnSpc>
              <a:spcAft>
                <a:spcPts val="600"/>
              </a:spcAft>
            </a:pPr>
            <a:r>
              <a:rPr lang="en-US" sz="1600" b="1" dirty="0">
                <a:solidFill>
                  <a:schemeClr val="tx2">
                    <a:lumMod val="50000"/>
                  </a:schemeClr>
                </a:solidFill>
              </a:rPr>
              <a:t>skewed</a:t>
            </a:r>
            <a:r>
              <a:rPr lang="en-US" sz="1600" dirty="0">
                <a:solidFill>
                  <a:schemeClr val="tx2">
                    <a:lumMod val="50000"/>
                  </a:schemeClr>
                </a:solidFill>
              </a:rPr>
              <a:t> financial variables </a:t>
            </a:r>
          </a:p>
          <a:p>
            <a:pPr defTabSz="914400">
              <a:lnSpc>
                <a:spcPct val="90000"/>
              </a:lnSpc>
              <a:spcAft>
                <a:spcPts val="600"/>
              </a:spcAft>
            </a:pPr>
            <a:r>
              <a:rPr lang="en-US" sz="1600" b="1" dirty="0">
                <a:solidFill>
                  <a:schemeClr val="tx2">
                    <a:lumMod val="50000"/>
                  </a:schemeClr>
                </a:solidFill>
              </a:rPr>
              <a:t>delinquency-driven</a:t>
            </a:r>
            <a:r>
              <a:rPr lang="en-US" sz="1600" dirty="0">
                <a:solidFill>
                  <a:schemeClr val="tx2">
                    <a:lumMod val="50000"/>
                  </a:schemeClr>
                </a:solidFill>
              </a:rPr>
              <a:t> risk signal</a:t>
            </a:r>
          </a:p>
          <a:p>
            <a:pPr defTabSz="914400">
              <a:lnSpc>
                <a:spcPct val="90000"/>
              </a:lnSpc>
              <a:spcAft>
                <a:spcPts val="600"/>
              </a:spcAft>
            </a:pPr>
            <a:r>
              <a:rPr lang="en-US" sz="1600" dirty="0">
                <a:solidFill>
                  <a:schemeClr val="tx2">
                    <a:lumMod val="50000"/>
                  </a:schemeClr>
                </a:solidFill>
              </a:rPr>
              <a:t>therefore, supporting the use of a </a:t>
            </a:r>
            <a:r>
              <a:rPr lang="en-US" sz="1600" b="1" dirty="0">
                <a:solidFill>
                  <a:schemeClr val="tx2">
                    <a:lumMod val="50000"/>
                  </a:schemeClr>
                </a:solidFill>
              </a:rPr>
              <a:t>Logistic Regression</a:t>
            </a:r>
            <a:r>
              <a:rPr lang="en-US" sz="1600" dirty="0">
                <a:solidFill>
                  <a:schemeClr val="tx2">
                    <a:lumMod val="50000"/>
                  </a:schemeClr>
                </a:solidFill>
              </a:rPr>
              <a:t> credit risk model.</a:t>
            </a:r>
          </a:p>
          <a:p>
            <a:pPr defTabSz="914400">
              <a:lnSpc>
                <a:spcPct val="90000"/>
              </a:lnSpc>
              <a:spcAft>
                <a:spcPts val="600"/>
              </a:spcAft>
            </a:pPr>
            <a:endParaRPr lang="en-US" sz="1600" dirty="0">
              <a:solidFill>
                <a:schemeClr val="tx2">
                  <a:lumMod val="50000"/>
                </a:schemeClr>
              </a:solidFill>
              <a:latin typeface="+mj-lt"/>
            </a:endParaRPr>
          </a:p>
          <a:p>
            <a:pPr>
              <a:lnSpc>
                <a:spcPct val="90000"/>
              </a:lnSpc>
              <a:spcBef>
                <a:spcPct val="0"/>
              </a:spcBef>
              <a:spcAft>
                <a:spcPts val="600"/>
              </a:spcAft>
            </a:pPr>
            <a:r>
              <a:rPr lang="en-US" sz="1600" b="1" dirty="0">
                <a:solidFill>
                  <a:schemeClr val="tx2">
                    <a:lumMod val="50000"/>
                  </a:schemeClr>
                </a:solidFill>
              </a:rPr>
              <a:t>Stratification, scaling, and pipeline use </a:t>
            </a:r>
          </a:p>
          <a:p>
            <a:pPr>
              <a:lnSpc>
                <a:spcPct val="90000"/>
              </a:lnSpc>
              <a:spcBef>
                <a:spcPct val="0"/>
              </a:spcBef>
              <a:spcAft>
                <a:spcPts val="600"/>
              </a:spcAft>
            </a:pPr>
            <a:r>
              <a:rPr lang="en-US" sz="1600" b="1" dirty="0">
                <a:solidFill>
                  <a:schemeClr val="tx2">
                    <a:lumMod val="50000"/>
                  </a:schemeClr>
                </a:solidFill>
              </a:rPr>
              <a:t>enable proper performance analysis.</a:t>
            </a:r>
          </a:p>
          <a:p>
            <a:pPr defTabSz="914400">
              <a:lnSpc>
                <a:spcPct val="90000"/>
              </a:lnSpc>
              <a:spcAft>
                <a:spcPts val="600"/>
              </a:spcAft>
            </a:pPr>
            <a:endParaRPr lang="en-US" sz="1600" dirty="0">
              <a:solidFill>
                <a:schemeClr val="tx2">
                  <a:lumMod val="50000"/>
                </a:schemeClr>
              </a:solidFill>
              <a:latin typeface="+mj-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5938" y="407380"/>
            <a:ext cx="8046720" cy="365760"/>
          </a:xfrm>
          <a:prstGeom prst="rect">
            <a:avLst/>
          </a:prstGeom>
          <a:noFill/>
          <a:ln/>
        </p:spPr>
        <p:txBody>
          <a:bodyPr wrap="square" lIns="0" tIns="0" rIns="0" bIns="0" rtlCol="0" anchor="ctr"/>
          <a:lstStyle/>
          <a:p>
            <a:pPr marL="0" indent="0">
              <a:buNone/>
            </a:pPr>
            <a:r>
              <a:rPr lang="en-US" sz="2400" b="1" dirty="0">
                <a:solidFill>
                  <a:srgbClr val="0F2744"/>
                </a:solidFill>
                <a:latin typeface="Aptos Display" pitchFamily="34" charset="0"/>
                <a:ea typeface="Aptos Display" pitchFamily="34" charset="-122"/>
                <a:cs typeface="Aptos Display" pitchFamily="34" charset="-120"/>
              </a:rPr>
              <a:t>Model comparison: performance vs. governance trade-off</a:t>
            </a:r>
            <a:endParaRPr lang="en-US" sz="2400" dirty="0"/>
          </a:p>
        </p:txBody>
      </p:sp>
      <p:sp>
        <p:nvSpPr>
          <p:cNvPr id="3" name="Text 1"/>
          <p:cNvSpPr/>
          <p:nvPr/>
        </p:nvSpPr>
        <p:spPr>
          <a:xfrm>
            <a:off x="595938" y="949522"/>
            <a:ext cx="10753344" cy="300683"/>
          </a:xfrm>
          <a:prstGeom prst="rect">
            <a:avLst/>
          </a:prstGeom>
          <a:noFill/>
          <a:ln/>
        </p:spPr>
        <p:txBody>
          <a:bodyPr wrap="square" lIns="0" tIns="0" rIns="0" bIns="0" rtlCol="0" anchor="ctr"/>
          <a:lstStyle/>
          <a:p>
            <a:pPr marL="0" indent="0">
              <a:buNone/>
            </a:pPr>
            <a:r>
              <a:rPr lang="en-US" sz="2000" dirty="0">
                <a:solidFill>
                  <a:srgbClr val="5F6B7A"/>
                </a:solidFill>
              </a:rPr>
              <a:t>XGBoost leads on discrimination, but logistic regression is the most transparent model for governance and interpretability.</a:t>
            </a:r>
            <a:endParaRPr lang="en-US" sz="2000" dirty="0"/>
          </a:p>
        </p:txBody>
      </p:sp>
      <p:pic>
        <p:nvPicPr>
          <p:cNvPr id="4" name="Image 0" descr="/mnt/data/actual_plots/roc_compare.png"/>
          <p:cNvPicPr>
            <a:picLocks noChangeAspect="1"/>
          </p:cNvPicPr>
          <p:nvPr/>
        </p:nvPicPr>
        <p:blipFill>
          <a:blip r:embed="rId3"/>
          <a:stretch>
            <a:fillRect/>
          </a:stretch>
        </p:blipFill>
        <p:spPr>
          <a:xfrm>
            <a:off x="640080" y="1434465"/>
            <a:ext cx="5577840" cy="3486150"/>
          </a:xfrm>
          <a:prstGeom prst="rect">
            <a:avLst/>
          </a:prstGeom>
        </p:spPr>
      </p:pic>
      <p:pic>
        <p:nvPicPr>
          <p:cNvPr id="5" name="Image 1" descr="/mnt/data/actual_plots/model_auc_ks.png"/>
          <p:cNvPicPr>
            <a:picLocks noChangeAspect="1"/>
          </p:cNvPicPr>
          <p:nvPr/>
        </p:nvPicPr>
        <p:blipFill>
          <a:blip r:embed="rId4"/>
          <a:stretch>
            <a:fillRect/>
          </a:stretch>
        </p:blipFill>
        <p:spPr>
          <a:xfrm>
            <a:off x="6620256" y="1628582"/>
            <a:ext cx="4681728" cy="2926080"/>
          </a:xfrm>
          <a:prstGeom prst="rect">
            <a:avLst/>
          </a:prstGeom>
        </p:spPr>
      </p:pic>
      <p:sp>
        <p:nvSpPr>
          <p:cNvPr id="6" name="Shape 2"/>
          <p:cNvSpPr/>
          <p:nvPr/>
        </p:nvSpPr>
        <p:spPr>
          <a:xfrm>
            <a:off x="6355080" y="5051276"/>
            <a:ext cx="5212080" cy="868680"/>
          </a:xfrm>
          <a:prstGeom prst="roundRect">
            <a:avLst>
              <a:gd name="adj" fmla="val 5263"/>
            </a:avLst>
          </a:prstGeom>
          <a:solidFill>
            <a:srgbClr val="FFFFFF"/>
          </a:solidFill>
          <a:ln w="12700">
            <a:solidFill>
              <a:srgbClr val="D7DEE8"/>
            </a:solidFill>
            <a:prstDash val="solid"/>
          </a:ln>
        </p:spPr>
        <p:txBody>
          <a:bodyPr/>
          <a:lstStyle/>
          <a:p>
            <a:endParaRPr lang="en-US"/>
          </a:p>
        </p:txBody>
      </p:sp>
      <p:sp>
        <p:nvSpPr>
          <p:cNvPr id="7" name="Text 3"/>
          <p:cNvSpPr/>
          <p:nvPr/>
        </p:nvSpPr>
        <p:spPr>
          <a:xfrm>
            <a:off x="6583680" y="5328123"/>
            <a:ext cx="4754880" cy="219456"/>
          </a:xfrm>
          <a:prstGeom prst="rect">
            <a:avLst/>
          </a:prstGeom>
          <a:noFill/>
          <a:ln/>
        </p:spPr>
        <p:txBody>
          <a:bodyPr wrap="square" lIns="0" tIns="0" rIns="0" bIns="0" rtlCol="0" anchor="ctr"/>
          <a:lstStyle/>
          <a:p>
            <a:pPr marL="0" indent="0">
              <a:buNone/>
            </a:pPr>
            <a:r>
              <a:rPr lang="en-US" sz="2000" b="1" dirty="0">
                <a:solidFill>
                  <a:srgbClr val="0F2744"/>
                </a:solidFill>
              </a:rPr>
              <a:t>Test metrics: </a:t>
            </a:r>
            <a:r>
              <a:rPr lang="en-US" sz="2000" dirty="0">
                <a:solidFill>
                  <a:srgbClr val="10243E"/>
                </a:solidFill>
              </a:rPr>
              <a:t>LogReg AUC 0.80, KS 0.45 | Tree AUC 0.61 | XGBoost AUC 0.86, KS 0.57</a:t>
            </a:r>
            <a:endParaRPr lang="en-US" sz="2000" dirty="0"/>
          </a:p>
        </p:txBody>
      </p:sp>
      <p:sp>
        <p:nvSpPr>
          <p:cNvPr id="8" name="Text 4"/>
          <p:cNvSpPr/>
          <p:nvPr/>
        </p:nvSpPr>
        <p:spPr>
          <a:xfrm>
            <a:off x="742542" y="4951937"/>
            <a:ext cx="2011680" cy="182880"/>
          </a:xfrm>
          <a:prstGeom prst="rect">
            <a:avLst/>
          </a:prstGeom>
          <a:noFill/>
          <a:ln/>
        </p:spPr>
        <p:txBody>
          <a:bodyPr wrap="square" lIns="0" tIns="0" rIns="0" bIns="0" rtlCol="0" anchor="ctr"/>
          <a:lstStyle/>
          <a:p>
            <a:pPr marL="0" indent="0">
              <a:buNone/>
            </a:pPr>
            <a:r>
              <a:rPr lang="en-US" sz="1600" b="1" dirty="0">
                <a:solidFill>
                  <a:srgbClr val="0F2744"/>
                </a:solidFill>
              </a:rPr>
              <a:t>Interpretation</a:t>
            </a:r>
            <a:endParaRPr lang="en-US" sz="1600" dirty="0"/>
          </a:p>
        </p:txBody>
      </p:sp>
      <p:sp>
        <p:nvSpPr>
          <p:cNvPr id="10" name="Text 6"/>
          <p:cNvSpPr/>
          <p:nvPr/>
        </p:nvSpPr>
        <p:spPr>
          <a:xfrm>
            <a:off x="765236" y="6163048"/>
            <a:ext cx="5839254" cy="226398"/>
          </a:xfrm>
          <a:prstGeom prst="rect">
            <a:avLst/>
          </a:prstGeom>
          <a:noFill/>
          <a:ln/>
        </p:spPr>
        <p:txBody>
          <a:bodyPr wrap="square" lIns="0" tIns="0" rIns="0" bIns="0" rtlCol="0" anchor="ctr"/>
          <a:lstStyle/>
          <a:p>
            <a:pPr marL="0" indent="0">
              <a:buNone/>
            </a:pPr>
            <a:r>
              <a:rPr lang="en-US" sz="1350" dirty="0">
                <a:solidFill>
                  <a:srgbClr val="10243E"/>
                </a:solidFill>
              </a:rPr>
              <a:t>- Decision tree memorizes the training sample and collapses on holdout data.</a:t>
            </a:r>
            <a:endParaRPr lang="en-US" sz="1350" dirty="0"/>
          </a:p>
        </p:txBody>
      </p:sp>
      <p:sp>
        <p:nvSpPr>
          <p:cNvPr id="12" name="Text 8"/>
          <p:cNvSpPr/>
          <p:nvPr/>
        </p:nvSpPr>
        <p:spPr>
          <a:xfrm>
            <a:off x="781023" y="5732966"/>
            <a:ext cx="4818888" cy="292608"/>
          </a:xfrm>
          <a:prstGeom prst="rect">
            <a:avLst/>
          </a:prstGeom>
          <a:noFill/>
          <a:ln/>
        </p:spPr>
        <p:txBody>
          <a:bodyPr wrap="square" lIns="0" tIns="0" rIns="0" bIns="0" rtlCol="0" anchor="ctr"/>
          <a:lstStyle/>
          <a:p>
            <a:pPr marL="0" indent="0">
              <a:buNone/>
            </a:pPr>
            <a:r>
              <a:rPr lang="en-US" sz="1350" dirty="0">
                <a:solidFill>
                  <a:srgbClr val="10243E"/>
                </a:solidFill>
              </a:rPr>
              <a:t>- </a:t>
            </a:r>
            <a:r>
              <a:rPr lang="en-US" sz="1350" dirty="0" err="1">
                <a:solidFill>
                  <a:srgbClr val="10243E"/>
                </a:solidFill>
              </a:rPr>
              <a:t>XGBoost</a:t>
            </a:r>
            <a:r>
              <a:rPr lang="en-US" sz="1350" dirty="0">
                <a:solidFill>
                  <a:srgbClr val="10243E"/>
                </a:solidFill>
              </a:rPr>
              <a:t> materially improves discrimination but raises complexity and governance burden (validation, documentation, monitoring).</a:t>
            </a:r>
            <a:endParaRPr lang="en-US" sz="1350" dirty="0"/>
          </a:p>
        </p:txBody>
      </p:sp>
      <p:sp>
        <p:nvSpPr>
          <p:cNvPr id="14" name="Text 10"/>
          <p:cNvSpPr/>
          <p:nvPr/>
        </p:nvSpPr>
        <p:spPr>
          <a:xfrm>
            <a:off x="765257" y="5208289"/>
            <a:ext cx="4818888" cy="292608"/>
          </a:xfrm>
          <a:prstGeom prst="rect">
            <a:avLst/>
          </a:prstGeom>
          <a:noFill/>
          <a:ln/>
        </p:spPr>
        <p:txBody>
          <a:bodyPr wrap="square" lIns="0" tIns="0" rIns="0" bIns="0" rtlCol="0" anchor="ctr"/>
          <a:lstStyle/>
          <a:p>
            <a:pPr marL="0" indent="0">
              <a:buNone/>
            </a:pPr>
            <a:r>
              <a:rPr lang="en-US" sz="1350" dirty="0">
                <a:solidFill>
                  <a:srgbClr val="10243E"/>
                </a:solidFill>
              </a:rPr>
              <a:t>- Logistic regression remains preferred production candidate when interpretability matters.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438912"/>
            <a:ext cx="8046720" cy="365760"/>
          </a:xfrm>
          <a:prstGeom prst="rect">
            <a:avLst/>
          </a:prstGeom>
          <a:noFill/>
          <a:ln/>
        </p:spPr>
        <p:txBody>
          <a:bodyPr wrap="square" lIns="0" tIns="0" rIns="0" bIns="0" rtlCol="0" anchor="ctr"/>
          <a:lstStyle/>
          <a:p>
            <a:pPr marL="0" indent="0">
              <a:buNone/>
            </a:pPr>
            <a:r>
              <a:rPr lang="en-US" sz="2400" b="1" dirty="0">
                <a:solidFill>
                  <a:srgbClr val="0F2744"/>
                </a:solidFill>
                <a:latin typeface="Aptos Display" pitchFamily="34" charset="0"/>
                <a:ea typeface="Aptos Display" pitchFamily="34" charset="-122"/>
                <a:cs typeface="Aptos Display" pitchFamily="34" charset="-120"/>
              </a:rPr>
              <a:t>Validation detail: ranking vs. classification trade-off</a:t>
            </a:r>
            <a:endParaRPr lang="en-US" sz="2400" dirty="0"/>
          </a:p>
        </p:txBody>
      </p:sp>
      <p:sp>
        <p:nvSpPr>
          <p:cNvPr id="3" name="Text 1"/>
          <p:cNvSpPr/>
          <p:nvPr/>
        </p:nvSpPr>
        <p:spPr>
          <a:xfrm>
            <a:off x="548639" y="822960"/>
            <a:ext cx="10834063" cy="320040"/>
          </a:xfrm>
          <a:prstGeom prst="rect">
            <a:avLst/>
          </a:prstGeom>
          <a:noFill/>
          <a:ln/>
        </p:spPr>
        <p:txBody>
          <a:bodyPr wrap="square" lIns="0" tIns="0" rIns="0" bIns="0" rtlCol="0" anchor="ctr"/>
          <a:lstStyle/>
          <a:p>
            <a:pPr marL="0" indent="0">
              <a:buNone/>
            </a:pPr>
            <a:r>
              <a:rPr lang="en-US" sz="2000" dirty="0">
                <a:solidFill>
                  <a:srgbClr val="5F6B7A"/>
                </a:solidFill>
              </a:rPr>
              <a:t>The model catches many defaulters at the default threshold but also produces many false alarms.</a:t>
            </a:r>
            <a:endParaRPr lang="en-US" sz="2000" dirty="0"/>
          </a:p>
        </p:txBody>
      </p:sp>
      <p:pic>
        <p:nvPicPr>
          <p:cNvPr id="5" name="Image 1" descr="/mnt/data/actual_plots/confusion.png"/>
          <p:cNvPicPr>
            <a:picLocks noChangeAspect="1"/>
          </p:cNvPicPr>
          <p:nvPr/>
        </p:nvPicPr>
        <p:blipFill>
          <a:blip r:embed="rId3"/>
          <a:stretch>
            <a:fillRect/>
          </a:stretch>
        </p:blipFill>
        <p:spPr>
          <a:xfrm>
            <a:off x="6793992" y="1325880"/>
            <a:ext cx="4059936" cy="3383280"/>
          </a:xfrm>
          <a:prstGeom prst="rect">
            <a:avLst/>
          </a:prstGeom>
        </p:spPr>
      </p:pic>
      <p:sp>
        <p:nvSpPr>
          <p:cNvPr id="6" name="Shape 2"/>
          <p:cNvSpPr/>
          <p:nvPr/>
        </p:nvSpPr>
        <p:spPr>
          <a:xfrm>
            <a:off x="6400800" y="4741912"/>
            <a:ext cx="4800600" cy="1622584"/>
          </a:xfrm>
          <a:prstGeom prst="roundRect">
            <a:avLst>
              <a:gd name="adj" fmla="val 4348"/>
            </a:avLst>
          </a:prstGeom>
          <a:solidFill>
            <a:srgbClr val="FFFFFF"/>
          </a:solidFill>
          <a:ln w="12700">
            <a:solidFill>
              <a:srgbClr val="D7DEE8"/>
            </a:solidFill>
            <a:prstDash val="solid"/>
          </a:ln>
        </p:spPr>
        <p:txBody>
          <a:bodyPr/>
          <a:lstStyle/>
          <a:p>
            <a:endParaRPr lang="en-US"/>
          </a:p>
        </p:txBody>
      </p:sp>
      <p:sp>
        <p:nvSpPr>
          <p:cNvPr id="7" name="Text 3"/>
          <p:cNvSpPr/>
          <p:nvPr/>
        </p:nvSpPr>
        <p:spPr>
          <a:xfrm>
            <a:off x="6583680" y="4785152"/>
            <a:ext cx="2103120" cy="164592"/>
          </a:xfrm>
          <a:prstGeom prst="rect">
            <a:avLst/>
          </a:prstGeom>
          <a:noFill/>
          <a:ln/>
        </p:spPr>
        <p:txBody>
          <a:bodyPr wrap="square" lIns="0" tIns="0" rIns="0" bIns="0" rtlCol="0" anchor="ctr"/>
          <a:lstStyle/>
          <a:p>
            <a:pPr marL="0" indent="0">
              <a:buNone/>
            </a:pPr>
            <a:r>
              <a:rPr lang="en-US" sz="1500" b="1" dirty="0">
                <a:solidFill>
                  <a:srgbClr val="0F2744"/>
                </a:solidFill>
              </a:rPr>
              <a:t>What this means</a:t>
            </a:r>
            <a:endParaRPr lang="en-US" sz="1500" dirty="0"/>
          </a:p>
        </p:txBody>
      </p:sp>
      <p:sp>
        <p:nvSpPr>
          <p:cNvPr id="8" name="Text 4"/>
          <p:cNvSpPr/>
          <p:nvPr/>
        </p:nvSpPr>
        <p:spPr>
          <a:xfrm>
            <a:off x="6583680" y="5418152"/>
            <a:ext cx="4389120" cy="502920"/>
          </a:xfrm>
          <a:prstGeom prst="rect">
            <a:avLst/>
          </a:prstGeom>
          <a:noFill/>
          <a:ln/>
        </p:spPr>
        <p:txBody>
          <a:bodyPr wrap="square" lIns="0" tIns="0" rIns="0" bIns="0" rtlCol="0" anchor="ctr"/>
          <a:lstStyle/>
          <a:p>
            <a:pPr marL="0" indent="0">
              <a:buNone/>
            </a:pPr>
            <a:r>
              <a:rPr lang="en-US" sz="1600" b="1" dirty="0">
                <a:solidFill>
                  <a:srgbClr val="10243E"/>
                </a:solidFill>
              </a:rPr>
              <a:t>At the default 0.5 cutoff, the model delivers recall of 67% but precision of only 18%.</a:t>
            </a:r>
            <a:r>
              <a:rPr lang="en-US" sz="1600" dirty="0">
                <a:solidFill>
                  <a:srgbClr val="10243E"/>
                </a:solidFill>
              </a:rPr>
              <a:t> That is acceptable for ranking, but expensive for credit decisions without calibration and threshold governance.</a:t>
            </a:r>
            <a:endParaRPr lang="en-US" sz="1600" dirty="0"/>
          </a:p>
        </p:txBody>
      </p:sp>
      <p:sp>
        <p:nvSpPr>
          <p:cNvPr id="9" name="Shape 5"/>
          <p:cNvSpPr/>
          <p:nvPr/>
        </p:nvSpPr>
        <p:spPr>
          <a:xfrm>
            <a:off x="655846" y="5298786"/>
            <a:ext cx="5349240" cy="851732"/>
          </a:xfrm>
          <a:prstGeom prst="roundRect">
            <a:avLst>
              <a:gd name="adj" fmla="val 5455"/>
            </a:avLst>
          </a:prstGeom>
          <a:solidFill>
            <a:srgbClr val="EAF0FF"/>
          </a:solidFill>
          <a:ln w="12700">
            <a:solidFill>
              <a:srgbClr val="DCE8FF"/>
            </a:solidFill>
            <a:prstDash val="solid"/>
          </a:ln>
        </p:spPr>
        <p:txBody>
          <a:bodyPr/>
          <a:lstStyle/>
          <a:p>
            <a:endParaRPr lang="en-US"/>
          </a:p>
        </p:txBody>
      </p:sp>
      <p:sp>
        <p:nvSpPr>
          <p:cNvPr id="10" name="Text 6"/>
          <p:cNvSpPr/>
          <p:nvPr/>
        </p:nvSpPr>
        <p:spPr>
          <a:xfrm>
            <a:off x="868680" y="5596128"/>
            <a:ext cx="5120640" cy="182880"/>
          </a:xfrm>
          <a:prstGeom prst="rect">
            <a:avLst/>
          </a:prstGeom>
          <a:noFill/>
          <a:ln/>
        </p:spPr>
        <p:txBody>
          <a:bodyPr wrap="square" lIns="0" tIns="0" rIns="0" bIns="0" rtlCol="0" anchor="ctr"/>
          <a:lstStyle/>
          <a:p>
            <a:pPr marL="0" indent="0">
              <a:buNone/>
            </a:pPr>
            <a:r>
              <a:rPr lang="en-US" sz="1600" dirty="0">
                <a:solidFill>
                  <a:srgbClr val="0F2744"/>
                </a:solidFill>
              </a:rPr>
              <a:t>KS peaks at 0.45 (Log. Reg.), confirming good separation between defaulters and non-defaulters even though classification precision is weak.</a:t>
            </a:r>
            <a:endParaRPr lang="en-US" sz="1600" dirty="0"/>
          </a:p>
        </p:txBody>
      </p:sp>
      <p:pic>
        <p:nvPicPr>
          <p:cNvPr id="11" name="Image 0" descr="/mnt/data/actual_plots/roc_compare.png">
            <a:extLst>
              <a:ext uri="{FF2B5EF4-FFF2-40B4-BE49-F238E27FC236}">
                <a16:creationId xmlns:a16="http://schemas.microsoft.com/office/drawing/2014/main" id="{BBED9260-2F42-353D-E901-9246E8D81A2A}"/>
              </a:ext>
            </a:extLst>
          </p:cNvPr>
          <p:cNvPicPr>
            <a:picLocks noChangeAspect="1"/>
          </p:cNvPicPr>
          <p:nvPr/>
        </p:nvPicPr>
        <p:blipFill>
          <a:blip r:embed="rId4"/>
          <a:stretch>
            <a:fillRect/>
          </a:stretch>
        </p:blipFill>
        <p:spPr>
          <a:xfrm>
            <a:off x="640080" y="1434465"/>
            <a:ext cx="5577840" cy="3486150"/>
          </a:xfrm>
          <a:prstGeom prst="rect">
            <a:avLst/>
          </a:prstGeom>
        </p:spPr>
      </p:pic>
      <p:cxnSp>
        <p:nvCxnSpPr>
          <p:cNvPr id="13" name="Straight Arrow Connector 12">
            <a:extLst>
              <a:ext uri="{FF2B5EF4-FFF2-40B4-BE49-F238E27FC236}">
                <a16:creationId xmlns:a16="http://schemas.microsoft.com/office/drawing/2014/main" id="{866F8014-2EC5-18C5-2EFB-C747D8645A97}"/>
              </a:ext>
            </a:extLst>
          </p:cNvPr>
          <p:cNvCxnSpPr/>
          <p:nvPr/>
        </p:nvCxnSpPr>
        <p:spPr>
          <a:xfrm>
            <a:off x="2321534" y="2738022"/>
            <a:ext cx="0" cy="104052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4BE8EEB2-6DA4-065B-F166-F01DAB24A667}"/>
              </a:ext>
            </a:extLst>
          </p:cNvPr>
          <p:cNvSpPr txBox="1"/>
          <p:nvPr/>
        </p:nvSpPr>
        <p:spPr>
          <a:xfrm>
            <a:off x="2304828" y="2970268"/>
            <a:ext cx="1198178" cy="369332"/>
          </a:xfrm>
          <a:prstGeom prst="rect">
            <a:avLst/>
          </a:prstGeom>
          <a:noFill/>
        </p:spPr>
        <p:txBody>
          <a:bodyPr wrap="square" rtlCol="0">
            <a:spAutoFit/>
          </a:bodyPr>
          <a:lstStyle/>
          <a:p>
            <a:r>
              <a:rPr lang="en-US" b="1" dirty="0">
                <a:solidFill>
                  <a:schemeClr val="accent1"/>
                </a:solidFill>
              </a:rPr>
              <a:t>KS =0.45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A231A-0E87-8FE5-961F-B36C2DA9451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533E8D6-2AE4-06E7-3B18-BE674FCF9124}"/>
              </a:ext>
            </a:extLst>
          </p:cNvPr>
          <p:cNvSpPr/>
          <p:nvPr/>
        </p:nvSpPr>
        <p:spPr>
          <a:xfrm>
            <a:off x="564406" y="423146"/>
            <a:ext cx="8046720" cy="365760"/>
          </a:xfrm>
          <a:prstGeom prst="rect">
            <a:avLst/>
          </a:prstGeom>
          <a:noFill/>
          <a:ln/>
        </p:spPr>
        <p:txBody>
          <a:bodyPr wrap="square" lIns="0" tIns="0" rIns="0" bIns="0" rtlCol="0" anchor="ctr"/>
          <a:lstStyle/>
          <a:p>
            <a:r>
              <a:rPr lang="en-US" sz="2400" b="1" dirty="0">
                <a:solidFill>
                  <a:schemeClr val="tx2">
                    <a:lumMod val="75000"/>
                  </a:schemeClr>
                </a:solidFill>
                <a:latin typeface="+mj-lt"/>
              </a:rPr>
              <a:t>Precision-Recall Trade-off by Threshold</a:t>
            </a:r>
          </a:p>
        </p:txBody>
      </p:sp>
      <p:sp>
        <p:nvSpPr>
          <p:cNvPr id="3" name="Text 1">
            <a:extLst>
              <a:ext uri="{FF2B5EF4-FFF2-40B4-BE49-F238E27FC236}">
                <a16:creationId xmlns:a16="http://schemas.microsoft.com/office/drawing/2014/main" id="{63536896-0A03-4826-E82E-15CC265D3FEB}"/>
              </a:ext>
            </a:extLst>
          </p:cNvPr>
          <p:cNvSpPr/>
          <p:nvPr/>
        </p:nvSpPr>
        <p:spPr>
          <a:xfrm>
            <a:off x="564406" y="964853"/>
            <a:ext cx="10728434" cy="265585"/>
          </a:xfrm>
          <a:prstGeom prst="rect">
            <a:avLst/>
          </a:prstGeom>
          <a:noFill/>
          <a:ln/>
        </p:spPr>
        <p:txBody>
          <a:bodyPr wrap="square" lIns="0" tIns="0" rIns="0" bIns="0" rtlCol="0" anchor="ctr"/>
          <a:lstStyle/>
          <a:p>
            <a:r>
              <a:rPr lang="en-US" sz="2000" dirty="0">
                <a:solidFill>
                  <a:schemeClr val="tx2"/>
                </a:solidFill>
              </a:rPr>
              <a:t>There is no threshold that simultaneously delivers high precision and high recall, so decision policy must be explicitly governed (i.e., business objectives and risk tolerance).</a:t>
            </a:r>
          </a:p>
        </p:txBody>
      </p:sp>
      <p:sp>
        <p:nvSpPr>
          <p:cNvPr id="19" name="Text 16">
            <a:extLst>
              <a:ext uri="{FF2B5EF4-FFF2-40B4-BE49-F238E27FC236}">
                <a16:creationId xmlns:a16="http://schemas.microsoft.com/office/drawing/2014/main" id="{F1CD76EA-2226-955A-D339-4CD8FD4D76E7}"/>
              </a:ext>
            </a:extLst>
          </p:cNvPr>
          <p:cNvSpPr/>
          <p:nvPr/>
        </p:nvSpPr>
        <p:spPr>
          <a:xfrm>
            <a:off x="6885432" y="4023360"/>
            <a:ext cx="4407408" cy="292608"/>
          </a:xfrm>
          <a:prstGeom prst="rect">
            <a:avLst/>
          </a:prstGeom>
          <a:noFill/>
          <a:ln/>
        </p:spPr>
        <p:txBody>
          <a:bodyPr wrap="square" lIns="0" tIns="0" rIns="0" bIns="0" rtlCol="0" anchor="ctr"/>
          <a:lstStyle/>
          <a:p>
            <a:pPr marL="0" indent="0">
              <a:buNone/>
            </a:pPr>
            <a:endParaRPr lang="en-US" sz="1450" dirty="0"/>
          </a:p>
        </p:txBody>
      </p:sp>
      <p:sp>
        <p:nvSpPr>
          <p:cNvPr id="20" name="Shape 17">
            <a:extLst>
              <a:ext uri="{FF2B5EF4-FFF2-40B4-BE49-F238E27FC236}">
                <a16:creationId xmlns:a16="http://schemas.microsoft.com/office/drawing/2014/main" id="{93835A47-9AB5-E06A-8B0D-FC3CBE96161F}"/>
              </a:ext>
            </a:extLst>
          </p:cNvPr>
          <p:cNvSpPr/>
          <p:nvPr/>
        </p:nvSpPr>
        <p:spPr>
          <a:xfrm>
            <a:off x="718910" y="5390226"/>
            <a:ext cx="10728434" cy="558534"/>
          </a:xfrm>
          <a:prstGeom prst="roundRect">
            <a:avLst>
              <a:gd name="adj" fmla="val 6667"/>
            </a:avLst>
          </a:prstGeom>
          <a:solidFill>
            <a:srgbClr val="FFF4E5"/>
          </a:solidFill>
          <a:ln w="12700">
            <a:solidFill>
              <a:srgbClr val="F5D0A9"/>
            </a:solidFill>
            <a:prstDash val="solid"/>
          </a:ln>
        </p:spPr>
        <p:txBody>
          <a:bodyPr/>
          <a:lstStyle/>
          <a:p>
            <a:pPr marL="285750" indent="-285750">
              <a:buFont typeface="Arial" panose="020B0604020202020204" pitchFamily="34" charset="0"/>
              <a:buChar char="•"/>
            </a:pPr>
            <a:r>
              <a:rPr lang="en-US" dirty="0">
                <a:solidFill>
                  <a:schemeClr val="accent5">
                    <a:lumMod val="50000"/>
                  </a:schemeClr>
                </a:solidFill>
              </a:rPr>
              <a:t>  </a:t>
            </a:r>
            <a:r>
              <a:rPr lang="en-US" sz="1600" dirty="0">
                <a:solidFill>
                  <a:schemeClr val="accent5">
                    <a:lumMod val="50000"/>
                  </a:schemeClr>
                </a:solidFill>
              </a:rPr>
              <a:t>The model provides reasonable ranking ability, but the precision–recall trade-off highlights that decision outcomes are highly sensitive to threshold selection, reinforcing the need for calibrated PDs and governed decision rules.</a:t>
            </a:r>
            <a:endParaRPr lang="en-US" sz="1600" b="1" dirty="0">
              <a:solidFill>
                <a:schemeClr val="accent5">
                  <a:lumMod val="50000"/>
                </a:schemeClr>
              </a:solidFill>
            </a:endParaRPr>
          </a:p>
        </p:txBody>
      </p:sp>
      <p:pic>
        <p:nvPicPr>
          <p:cNvPr id="14" name="Picture 4">
            <a:extLst>
              <a:ext uri="{FF2B5EF4-FFF2-40B4-BE49-F238E27FC236}">
                <a16:creationId xmlns:a16="http://schemas.microsoft.com/office/drawing/2014/main" id="{DAADD375-BA05-4252-0D52-50BA9C7148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3272" y="1847439"/>
            <a:ext cx="8753953" cy="3088148"/>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C997885B-4859-C9A5-0D18-41D6519A7BFE}"/>
              </a:ext>
            </a:extLst>
          </p:cNvPr>
          <p:cNvSpPr txBox="1"/>
          <p:nvPr/>
        </p:nvSpPr>
        <p:spPr>
          <a:xfrm>
            <a:off x="2232358" y="3350569"/>
            <a:ext cx="2396352" cy="523220"/>
          </a:xfrm>
          <a:prstGeom prst="rect">
            <a:avLst/>
          </a:prstGeom>
          <a:noFill/>
        </p:spPr>
        <p:txBody>
          <a:bodyPr wrap="square" rtlCol="0">
            <a:spAutoFit/>
          </a:bodyPr>
          <a:lstStyle/>
          <a:p>
            <a:r>
              <a:rPr lang="en-US" sz="1400" dirty="0">
                <a:solidFill>
                  <a:schemeClr val="accent3">
                    <a:lumMod val="50000"/>
                  </a:schemeClr>
                </a:solidFill>
              </a:rPr>
              <a:t>F1-optimal ≠ </a:t>
            </a:r>
          </a:p>
          <a:p>
            <a:r>
              <a:rPr lang="en-US" sz="1400" dirty="0">
                <a:solidFill>
                  <a:schemeClr val="accent3">
                    <a:lumMod val="50000"/>
                  </a:schemeClr>
                </a:solidFill>
              </a:rPr>
              <a:t>business-optimal </a:t>
            </a:r>
          </a:p>
        </p:txBody>
      </p:sp>
    </p:spTree>
    <p:extLst>
      <p:ext uri="{BB962C8B-B14F-4D97-AF65-F5344CB8AC3E}">
        <p14:creationId xmlns:p14="http://schemas.microsoft.com/office/powerpoint/2010/main" val="81442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020B9-DB12-DAF4-346D-B8851D413D5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CD9646A-2FEE-5A37-9823-348EC0B6FB0C}"/>
              </a:ext>
            </a:extLst>
          </p:cNvPr>
          <p:cNvSpPr/>
          <p:nvPr/>
        </p:nvSpPr>
        <p:spPr>
          <a:xfrm>
            <a:off x="564406" y="423146"/>
            <a:ext cx="8046720" cy="365760"/>
          </a:xfrm>
          <a:prstGeom prst="rect">
            <a:avLst/>
          </a:prstGeom>
          <a:noFill/>
          <a:ln/>
        </p:spPr>
        <p:txBody>
          <a:bodyPr wrap="square" lIns="0" tIns="0" rIns="0" bIns="0" rtlCol="0" anchor="ctr"/>
          <a:lstStyle/>
          <a:p>
            <a:r>
              <a:rPr lang="en-US" sz="2400" b="1" dirty="0">
                <a:solidFill>
                  <a:schemeClr val="tx2"/>
                </a:solidFill>
                <a:latin typeface="+mj-lt"/>
              </a:rPr>
              <a:t>Material calibration deficiency: PDs are overstated</a:t>
            </a:r>
          </a:p>
        </p:txBody>
      </p:sp>
      <p:sp>
        <p:nvSpPr>
          <p:cNvPr id="3" name="Text 1">
            <a:extLst>
              <a:ext uri="{FF2B5EF4-FFF2-40B4-BE49-F238E27FC236}">
                <a16:creationId xmlns:a16="http://schemas.microsoft.com/office/drawing/2014/main" id="{BC55491A-789B-449D-FEC7-83169B780500}"/>
              </a:ext>
            </a:extLst>
          </p:cNvPr>
          <p:cNvSpPr/>
          <p:nvPr/>
        </p:nvSpPr>
        <p:spPr>
          <a:xfrm>
            <a:off x="564406" y="964853"/>
            <a:ext cx="10728434" cy="265585"/>
          </a:xfrm>
          <a:prstGeom prst="rect">
            <a:avLst/>
          </a:prstGeom>
          <a:noFill/>
          <a:ln/>
        </p:spPr>
        <p:txBody>
          <a:bodyPr wrap="square" lIns="0" tIns="0" rIns="0" bIns="0" rtlCol="0" anchor="ctr"/>
          <a:lstStyle/>
          <a:p>
            <a:pPr marL="0" indent="0">
              <a:buNone/>
            </a:pPr>
            <a:r>
              <a:rPr lang="en-US" sz="2000" dirty="0">
                <a:solidFill>
                  <a:srgbClr val="5F6B7A"/>
                </a:solidFill>
              </a:rPr>
              <a:t>The model orders borrowers well, but the PD scale is not reliable enough for financial use without recalibration.</a:t>
            </a:r>
            <a:endParaRPr lang="en-US" sz="2000" dirty="0"/>
          </a:p>
        </p:txBody>
      </p:sp>
      <p:pic>
        <p:nvPicPr>
          <p:cNvPr id="4" name="Image 0" descr="/mnt/data/actual_plots/calibration.png">
            <a:extLst>
              <a:ext uri="{FF2B5EF4-FFF2-40B4-BE49-F238E27FC236}">
                <a16:creationId xmlns:a16="http://schemas.microsoft.com/office/drawing/2014/main" id="{2B8A606B-704E-52F2-4DE4-7C9B225C0901}"/>
              </a:ext>
            </a:extLst>
          </p:cNvPr>
          <p:cNvPicPr>
            <a:picLocks noChangeAspect="1"/>
          </p:cNvPicPr>
          <p:nvPr/>
        </p:nvPicPr>
        <p:blipFill>
          <a:blip r:embed="rId3"/>
          <a:stretch>
            <a:fillRect/>
          </a:stretch>
        </p:blipFill>
        <p:spPr>
          <a:xfrm>
            <a:off x="640080" y="1477328"/>
            <a:ext cx="5806440" cy="3629025"/>
          </a:xfrm>
          <a:prstGeom prst="rect">
            <a:avLst/>
          </a:prstGeom>
        </p:spPr>
      </p:pic>
      <p:sp>
        <p:nvSpPr>
          <p:cNvPr id="5" name="Shape 2">
            <a:extLst>
              <a:ext uri="{FF2B5EF4-FFF2-40B4-BE49-F238E27FC236}">
                <a16:creationId xmlns:a16="http://schemas.microsoft.com/office/drawing/2014/main" id="{9633AAD2-1994-1467-D8C6-512A3ECCF8C4}"/>
              </a:ext>
            </a:extLst>
          </p:cNvPr>
          <p:cNvSpPr/>
          <p:nvPr/>
        </p:nvSpPr>
        <p:spPr>
          <a:xfrm>
            <a:off x="6720840" y="1417320"/>
            <a:ext cx="2103120" cy="1051560"/>
          </a:xfrm>
          <a:prstGeom prst="roundRect">
            <a:avLst>
              <a:gd name="adj" fmla="val 6957"/>
            </a:avLst>
          </a:prstGeom>
          <a:solidFill>
            <a:srgbClr val="FFFFFF"/>
          </a:solidFill>
          <a:ln w="12700">
            <a:solidFill>
              <a:srgbClr val="D7DEE8"/>
            </a:solidFill>
            <a:prstDash val="solid"/>
          </a:ln>
          <a:effectLst>
            <a:outerShdw blurRad="12700" dist="6350" dir="2700000" algn="bl" rotWithShape="0">
              <a:srgbClr val="000000">
                <a:alpha val="10000"/>
              </a:srgbClr>
            </a:outerShdw>
          </a:effectLst>
        </p:spPr>
        <p:txBody>
          <a:bodyPr/>
          <a:lstStyle/>
          <a:p>
            <a:endParaRPr lang="en-US"/>
          </a:p>
        </p:txBody>
      </p:sp>
      <p:sp>
        <p:nvSpPr>
          <p:cNvPr id="6" name="Text 3">
            <a:extLst>
              <a:ext uri="{FF2B5EF4-FFF2-40B4-BE49-F238E27FC236}">
                <a16:creationId xmlns:a16="http://schemas.microsoft.com/office/drawing/2014/main" id="{462B06FF-69CD-08A6-A355-6D686491C5CE}"/>
              </a:ext>
            </a:extLst>
          </p:cNvPr>
          <p:cNvSpPr/>
          <p:nvPr/>
        </p:nvSpPr>
        <p:spPr>
          <a:xfrm>
            <a:off x="6885432" y="1545336"/>
            <a:ext cx="1773936" cy="164592"/>
          </a:xfrm>
          <a:prstGeom prst="rect">
            <a:avLst/>
          </a:prstGeom>
          <a:noFill/>
          <a:ln/>
        </p:spPr>
        <p:txBody>
          <a:bodyPr wrap="square" lIns="0" tIns="0" rIns="0" bIns="0" rtlCol="0" anchor="ctr"/>
          <a:lstStyle/>
          <a:p>
            <a:pPr marL="0" indent="0">
              <a:buNone/>
            </a:pPr>
            <a:r>
              <a:rPr lang="en-US" sz="1000" dirty="0">
                <a:solidFill>
                  <a:srgbClr val="5F6B7A"/>
                </a:solidFill>
              </a:rPr>
              <a:t>Mean predicted PD</a:t>
            </a:r>
            <a:endParaRPr lang="en-US" sz="1000" dirty="0"/>
          </a:p>
        </p:txBody>
      </p:sp>
      <p:sp>
        <p:nvSpPr>
          <p:cNvPr id="7" name="Text 4">
            <a:extLst>
              <a:ext uri="{FF2B5EF4-FFF2-40B4-BE49-F238E27FC236}">
                <a16:creationId xmlns:a16="http://schemas.microsoft.com/office/drawing/2014/main" id="{70CA7CD6-016B-99C4-E822-E84E0C07B5A5}"/>
              </a:ext>
            </a:extLst>
          </p:cNvPr>
          <p:cNvSpPr/>
          <p:nvPr/>
        </p:nvSpPr>
        <p:spPr>
          <a:xfrm>
            <a:off x="6885432" y="1755648"/>
            <a:ext cx="1773936" cy="329184"/>
          </a:xfrm>
          <a:prstGeom prst="rect">
            <a:avLst/>
          </a:prstGeom>
          <a:noFill/>
          <a:ln/>
        </p:spPr>
        <p:txBody>
          <a:bodyPr wrap="square" lIns="0" tIns="0" rIns="0" bIns="0" rtlCol="0" anchor="ctr"/>
          <a:lstStyle/>
          <a:p>
            <a:pPr marL="0" indent="0">
              <a:buNone/>
            </a:pPr>
            <a:r>
              <a:rPr lang="en-US" sz="2400" b="1" dirty="0">
                <a:solidFill>
                  <a:srgbClr val="C83E4D"/>
                </a:solidFill>
              </a:rPr>
              <a:t>41%</a:t>
            </a:r>
            <a:endParaRPr lang="en-US" sz="2400" dirty="0"/>
          </a:p>
        </p:txBody>
      </p:sp>
      <p:sp>
        <p:nvSpPr>
          <p:cNvPr id="8" name="Text 5">
            <a:extLst>
              <a:ext uri="{FF2B5EF4-FFF2-40B4-BE49-F238E27FC236}">
                <a16:creationId xmlns:a16="http://schemas.microsoft.com/office/drawing/2014/main" id="{20802A9B-B224-C7E4-F451-3780D77FF69A}"/>
              </a:ext>
            </a:extLst>
          </p:cNvPr>
          <p:cNvSpPr/>
          <p:nvPr/>
        </p:nvSpPr>
        <p:spPr>
          <a:xfrm>
            <a:off x="6885432" y="2157984"/>
            <a:ext cx="1773936" cy="164592"/>
          </a:xfrm>
          <a:prstGeom prst="rect">
            <a:avLst/>
          </a:prstGeom>
          <a:noFill/>
          <a:ln/>
        </p:spPr>
        <p:txBody>
          <a:bodyPr wrap="square" lIns="0" tIns="0" rIns="0" bIns="0" rtlCol="0" anchor="ctr"/>
          <a:lstStyle/>
          <a:p>
            <a:pPr marL="0" indent="0">
              <a:buNone/>
            </a:pPr>
            <a:r>
              <a:rPr lang="en-US" sz="950" dirty="0">
                <a:solidFill>
                  <a:srgbClr val="10243E"/>
                </a:solidFill>
              </a:rPr>
              <a:t>Holdout test set</a:t>
            </a:r>
            <a:endParaRPr lang="en-US" sz="950" dirty="0"/>
          </a:p>
        </p:txBody>
      </p:sp>
      <p:sp>
        <p:nvSpPr>
          <p:cNvPr id="9" name="Shape 6">
            <a:extLst>
              <a:ext uri="{FF2B5EF4-FFF2-40B4-BE49-F238E27FC236}">
                <a16:creationId xmlns:a16="http://schemas.microsoft.com/office/drawing/2014/main" id="{5BF8E758-A31D-17CC-095C-F0443EED3553}"/>
              </a:ext>
            </a:extLst>
          </p:cNvPr>
          <p:cNvSpPr/>
          <p:nvPr/>
        </p:nvSpPr>
        <p:spPr>
          <a:xfrm>
            <a:off x="9052560" y="1417320"/>
            <a:ext cx="2103120" cy="1051560"/>
          </a:xfrm>
          <a:prstGeom prst="roundRect">
            <a:avLst>
              <a:gd name="adj" fmla="val 6957"/>
            </a:avLst>
          </a:prstGeom>
          <a:solidFill>
            <a:srgbClr val="FFFFFF"/>
          </a:solidFill>
          <a:ln w="12700">
            <a:solidFill>
              <a:srgbClr val="D7DEE8"/>
            </a:solidFill>
            <a:prstDash val="solid"/>
          </a:ln>
          <a:effectLst>
            <a:outerShdw blurRad="12700" dist="6350" dir="2700000" algn="bl" rotWithShape="0">
              <a:srgbClr val="000000">
                <a:alpha val="10000"/>
              </a:srgbClr>
            </a:outerShdw>
          </a:effectLst>
        </p:spPr>
        <p:txBody>
          <a:bodyPr/>
          <a:lstStyle/>
          <a:p>
            <a:endParaRPr lang="en-US"/>
          </a:p>
        </p:txBody>
      </p:sp>
      <p:sp>
        <p:nvSpPr>
          <p:cNvPr id="10" name="Text 7">
            <a:extLst>
              <a:ext uri="{FF2B5EF4-FFF2-40B4-BE49-F238E27FC236}">
                <a16:creationId xmlns:a16="http://schemas.microsoft.com/office/drawing/2014/main" id="{57019373-CF40-4F67-FD1E-F7EA9A5B415F}"/>
              </a:ext>
            </a:extLst>
          </p:cNvPr>
          <p:cNvSpPr/>
          <p:nvPr/>
        </p:nvSpPr>
        <p:spPr>
          <a:xfrm>
            <a:off x="9217152" y="1545336"/>
            <a:ext cx="1773936" cy="164592"/>
          </a:xfrm>
          <a:prstGeom prst="rect">
            <a:avLst/>
          </a:prstGeom>
          <a:noFill/>
          <a:ln/>
        </p:spPr>
        <p:txBody>
          <a:bodyPr wrap="square" lIns="0" tIns="0" rIns="0" bIns="0" rtlCol="0" anchor="ctr"/>
          <a:lstStyle/>
          <a:p>
            <a:pPr marL="0" indent="0">
              <a:buNone/>
            </a:pPr>
            <a:r>
              <a:rPr lang="en-US" sz="1000" dirty="0">
                <a:solidFill>
                  <a:srgbClr val="5F6B7A"/>
                </a:solidFill>
              </a:rPr>
              <a:t>Observed default</a:t>
            </a:r>
            <a:endParaRPr lang="en-US" sz="1000" dirty="0"/>
          </a:p>
        </p:txBody>
      </p:sp>
      <p:sp>
        <p:nvSpPr>
          <p:cNvPr id="11" name="Text 8">
            <a:extLst>
              <a:ext uri="{FF2B5EF4-FFF2-40B4-BE49-F238E27FC236}">
                <a16:creationId xmlns:a16="http://schemas.microsoft.com/office/drawing/2014/main" id="{D529777C-1481-6D4E-4786-8FA708C58F96}"/>
              </a:ext>
            </a:extLst>
          </p:cNvPr>
          <p:cNvSpPr/>
          <p:nvPr/>
        </p:nvSpPr>
        <p:spPr>
          <a:xfrm>
            <a:off x="9217152" y="1755648"/>
            <a:ext cx="1773936" cy="329184"/>
          </a:xfrm>
          <a:prstGeom prst="rect">
            <a:avLst/>
          </a:prstGeom>
          <a:noFill/>
          <a:ln/>
        </p:spPr>
        <p:txBody>
          <a:bodyPr wrap="square" lIns="0" tIns="0" rIns="0" bIns="0" rtlCol="0" anchor="ctr"/>
          <a:lstStyle/>
          <a:p>
            <a:pPr marL="0" indent="0">
              <a:buNone/>
            </a:pPr>
            <a:r>
              <a:rPr lang="en-US" sz="2400" b="1" dirty="0">
                <a:solidFill>
                  <a:srgbClr val="1B9E77"/>
                </a:solidFill>
              </a:rPr>
              <a:t>7%</a:t>
            </a:r>
            <a:endParaRPr lang="en-US" sz="2400" dirty="0"/>
          </a:p>
        </p:txBody>
      </p:sp>
      <p:sp>
        <p:nvSpPr>
          <p:cNvPr id="12" name="Text 9">
            <a:extLst>
              <a:ext uri="{FF2B5EF4-FFF2-40B4-BE49-F238E27FC236}">
                <a16:creationId xmlns:a16="http://schemas.microsoft.com/office/drawing/2014/main" id="{E02D8023-277D-D0F1-9FE0-92EB54B34372}"/>
              </a:ext>
            </a:extLst>
          </p:cNvPr>
          <p:cNvSpPr/>
          <p:nvPr/>
        </p:nvSpPr>
        <p:spPr>
          <a:xfrm>
            <a:off x="9217152" y="2157984"/>
            <a:ext cx="1773936" cy="164592"/>
          </a:xfrm>
          <a:prstGeom prst="rect">
            <a:avLst/>
          </a:prstGeom>
          <a:noFill/>
          <a:ln/>
        </p:spPr>
        <p:txBody>
          <a:bodyPr wrap="square" lIns="0" tIns="0" rIns="0" bIns="0" rtlCol="0" anchor="ctr"/>
          <a:lstStyle/>
          <a:p>
            <a:pPr marL="0" indent="0">
              <a:buNone/>
            </a:pPr>
            <a:r>
              <a:rPr lang="en-US" sz="950" dirty="0">
                <a:solidFill>
                  <a:srgbClr val="10243E"/>
                </a:solidFill>
              </a:rPr>
              <a:t>Holdout test set</a:t>
            </a:r>
            <a:endParaRPr lang="en-US" sz="950" dirty="0"/>
          </a:p>
        </p:txBody>
      </p:sp>
      <p:sp>
        <p:nvSpPr>
          <p:cNvPr id="13" name="Text 10">
            <a:extLst>
              <a:ext uri="{FF2B5EF4-FFF2-40B4-BE49-F238E27FC236}">
                <a16:creationId xmlns:a16="http://schemas.microsoft.com/office/drawing/2014/main" id="{8655B149-3E9C-1662-74AD-DCD8B68092AF}"/>
              </a:ext>
            </a:extLst>
          </p:cNvPr>
          <p:cNvSpPr/>
          <p:nvPr/>
        </p:nvSpPr>
        <p:spPr>
          <a:xfrm>
            <a:off x="6720840" y="2834640"/>
            <a:ext cx="2103120" cy="201168"/>
          </a:xfrm>
          <a:prstGeom prst="rect">
            <a:avLst/>
          </a:prstGeom>
          <a:noFill/>
          <a:ln/>
        </p:spPr>
        <p:txBody>
          <a:bodyPr wrap="square" lIns="0" tIns="0" rIns="0" bIns="0" rtlCol="0" anchor="ctr"/>
          <a:lstStyle/>
          <a:p>
            <a:pPr marL="0" indent="0">
              <a:buNone/>
            </a:pPr>
            <a:r>
              <a:rPr lang="en-US" sz="1600" b="1" dirty="0">
                <a:solidFill>
                  <a:srgbClr val="0F2744"/>
                </a:solidFill>
              </a:rPr>
              <a:t>Why it matters</a:t>
            </a:r>
            <a:endParaRPr lang="en-US" sz="1600" dirty="0"/>
          </a:p>
        </p:txBody>
      </p:sp>
      <p:sp>
        <p:nvSpPr>
          <p:cNvPr id="15" name="Text 12">
            <a:extLst>
              <a:ext uri="{FF2B5EF4-FFF2-40B4-BE49-F238E27FC236}">
                <a16:creationId xmlns:a16="http://schemas.microsoft.com/office/drawing/2014/main" id="{83D19709-4F7B-429D-1507-76A292C07F17}"/>
              </a:ext>
            </a:extLst>
          </p:cNvPr>
          <p:cNvSpPr/>
          <p:nvPr/>
        </p:nvSpPr>
        <p:spPr>
          <a:xfrm>
            <a:off x="6806602" y="3145536"/>
            <a:ext cx="4407408" cy="292608"/>
          </a:xfrm>
          <a:prstGeom prst="rect">
            <a:avLst/>
          </a:prstGeom>
          <a:noFill/>
          <a:ln/>
        </p:spPr>
        <p:txBody>
          <a:bodyPr wrap="square" lIns="0" tIns="0" rIns="0" bIns="0" rtlCol="0" anchor="ctr"/>
          <a:lstStyle/>
          <a:p>
            <a:pPr marL="0" indent="0">
              <a:buNone/>
            </a:pPr>
            <a:r>
              <a:rPr lang="en-US" sz="1450" dirty="0">
                <a:solidFill>
                  <a:srgbClr val="10243E"/>
                </a:solidFill>
              </a:rPr>
              <a:t>- Probability forecasts are materially overstated across most calibration bins (class weight = “balanced”) .</a:t>
            </a:r>
            <a:endParaRPr lang="en-US" sz="1450" dirty="0"/>
          </a:p>
        </p:txBody>
      </p:sp>
      <p:sp>
        <p:nvSpPr>
          <p:cNvPr id="17" name="Text 14">
            <a:extLst>
              <a:ext uri="{FF2B5EF4-FFF2-40B4-BE49-F238E27FC236}">
                <a16:creationId xmlns:a16="http://schemas.microsoft.com/office/drawing/2014/main" id="{36EFFB0D-B942-C3D4-D533-188FDB96CEAE}"/>
              </a:ext>
            </a:extLst>
          </p:cNvPr>
          <p:cNvSpPr/>
          <p:nvPr/>
        </p:nvSpPr>
        <p:spPr>
          <a:xfrm>
            <a:off x="6822368" y="3584448"/>
            <a:ext cx="4407408" cy="292608"/>
          </a:xfrm>
          <a:prstGeom prst="rect">
            <a:avLst/>
          </a:prstGeom>
          <a:noFill/>
          <a:ln/>
        </p:spPr>
        <p:txBody>
          <a:bodyPr wrap="square" lIns="0" tIns="0" rIns="0" bIns="0" rtlCol="0" anchor="ctr"/>
          <a:lstStyle/>
          <a:p>
            <a:pPr marL="0" indent="0">
              <a:buNone/>
            </a:pPr>
            <a:r>
              <a:rPr lang="en-US" sz="1450" dirty="0">
                <a:solidFill>
                  <a:srgbClr val="10243E"/>
                </a:solidFill>
              </a:rPr>
              <a:t>- Using these PDs directly would bias pricing, expected loss, CECL, and stress estimates upward.</a:t>
            </a:r>
            <a:endParaRPr lang="en-US" sz="1450" dirty="0"/>
          </a:p>
        </p:txBody>
      </p:sp>
      <p:sp>
        <p:nvSpPr>
          <p:cNvPr id="19" name="Text 16">
            <a:extLst>
              <a:ext uri="{FF2B5EF4-FFF2-40B4-BE49-F238E27FC236}">
                <a16:creationId xmlns:a16="http://schemas.microsoft.com/office/drawing/2014/main" id="{ACA60FA4-A1AB-AFB3-B0D2-BB9E82D02AC5}"/>
              </a:ext>
            </a:extLst>
          </p:cNvPr>
          <p:cNvSpPr/>
          <p:nvPr/>
        </p:nvSpPr>
        <p:spPr>
          <a:xfrm>
            <a:off x="6885432" y="4023360"/>
            <a:ext cx="4407408" cy="292608"/>
          </a:xfrm>
          <a:prstGeom prst="rect">
            <a:avLst/>
          </a:prstGeom>
          <a:noFill/>
          <a:ln/>
        </p:spPr>
        <p:txBody>
          <a:bodyPr wrap="square" lIns="0" tIns="0" rIns="0" bIns="0" rtlCol="0" anchor="ctr"/>
          <a:lstStyle/>
          <a:p>
            <a:pPr marL="0" indent="0">
              <a:buNone/>
            </a:pPr>
            <a:endParaRPr lang="en-US" sz="1450" dirty="0"/>
          </a:p>
        </p:txBody>
      </p:sp>
      <p:sp>
        <p:nvSpPr>
          <p:cNvPr id="20" name="Shape 17">
            <a:extLst>
              <a:ext uri="{FF2B5EF4-FFF2-40B4-BE49-F238E27FC236}">
                <a16:creationId xmlns:a16="http://schemas.microsoft.com/office/drawing/2014/main" id="{5444F484-3726-262E-47DF-1D965A51CD29}"/>
              </a:ext>
            </a:extLst>
          </p:cNvPr>
          <p:cNvSpPr/>
          <p:nvPr/>
        </p:nvSpPr>
        <p:spPr>
          <a:xfrm>
            <a:off x="640080" y="5532120"/>
            <a:ext cx="10515600" cy="411480"/>
          </a:xfrm>
          <a:prstGeom prst="roundRect">
            <a:avLst>
              <a:gd name="adj" fmla="val 6667"/>
            </a:avLst>
          </a:prstGeom>
          <a:solidFill>
            <a:srgbClr val="FFF4E5"/>
          </a:solidFill>
          <a:ln w="12700">
            <a:solidFill>
              <a:srgbClr val="F5D0A9"/>
            </a:solidFill>
            <a:prstDash val="solid"/>
          </a:ln>
        </p:spPr>
        <p:txBody>
          <a:bodyPr/>
          <a:lstStyle/>
          <a:p>
            <a:r>
              <a:rPr lang="en-US" dirty="0">
                <a:solidFill>
                  <a:srgbClr val="10243E"/>
                </a:solidFill>
              </a:rPr>
              <a:t>      </a:t>
            </a:r>
            <a:r>
              <a:rPr lang="en-US" b="1" dirty="0">
                <a:solidFill>
                  <a:srgbClr val="10243E"/>
                </a:solidFill>
              </a:rPr>
              <a:t>Key finding: apply a post-model calibration step and validate it separately.</a:t>
            </a:r>
            <a:endParaRPr lang="en-US" b="1" dirty="0"/>
          </a:p>
        </p:txBody>
      </p:sp>
      <p:sp>
        <p:nvSpPr>
          <p:cNvPr id="22" name="TextBox 21">
            <a:extLst>
              <a:ext uri="{FF2B5EF4-FFF2-40B4-BE49-F238E27FC236}">
                <a16:creationId xmlns:a16="http://schemas.microsoft.com/office/drawing/2014/main" id="{D7DF19F2-2DC7-89E2-3D72-308C0751BC40}"/>
              </a:ext>
            </a:extLst>
          </p:cNvPr>
          <p:cNvSpPr txBox="1"/>
          <p:nvPr/>
        </p:nvSpPr>
        <p:spPr>
          <a:xfrm>
            <a:off x="1891853" y="3670225"/>
            <a:ext cx="2396352" cy="523220"/>
          </a:xfrm>
          <a:prstGeom prst="rect">
            <a:avLst/>
          </a:prstGeom>
          <a:noFill/>
        </p:spPr>
        <p:txBody>
          <a:bodyPr wrap="square" rtlCol="0">
            <a:spAutoFit/>
          </a:bodyPr>
          <a:lstStyle/>
          <a:p>
            <a:r>
              <a:rPr lang="en-US" sz="1400" dirty="0"/>
              <a:t>All points below diagonal: </a:t>
            </a:r>
          </a:p>
          <a:p>
            <a:r>
              <a:rPr lang="en-US" sz="1400" dirty="0"/>
              <a:t>systematic overestimation</a:t>
            </a:r>
          </a:p>
        </p:txBody>
      </p:sp>
      <p:sp>
        <p:nvSpPr>
          <p:cNvPr id="23" name="Text 13">
            <a:extLst>
              <a:ext uri="{FF2B5EF4-FFF2-40B4-BE49-F238E27FC236}">
                <a16:creationId xmlns:a16="http://schemas.microsoft.com/office/drawing/2014/main" id="{E519FE26-2D07-0765-009C-47A5FE478177}"/>
              </a:ext>
            </a:extLst>
          </p:cNvPr>
          <p:cNvSpPr/>
          <p:nvPr/>
        </p:nvSpPr>
        <p:spPr>
          <a:xfrm>
            <a:off x="819272" y="5622098"/>
            <a:ext cx="164592" cy="182880"/>
          </a:xfrm>
          <a:prstGeom prst="rect">
            <a:avLst/>
          </a:prstGeom>
          <a:noFill/>
          <a:ln/>
        </p:spPr>
        <p:txBody>
          <a:bodyPr wrap="square" lIns="0" tIns="0" rIns="0" bIns="0" rtlCol="0" anchor="ctr"/>
          <a:lstStyle/>
          <a:p>
            <a:pPr marL="0" indent="0">
              <a:buNone/>
            </a:pPr>
            <a:r>
              <a:rPr lang="en-US" sz="1450">
                <a:solidFill>
                  <a:srgbClr val="2F6BFF"/>
                </a:solidFill>
              </a:rPr>
              <a:t>•</a:t>
            </a:r>
            <a:endParaRPr lang="en-US" sz="1450" dirty="0"/>
          </a:p>
        </p:txBody>
      </p:sp>
    </p:spTree>
    <p:extLst>
      <p:ext uri="{BB962C8B-B14F-4D97-AF65-F5344CB8AC3E}">
        <p14:creationId xmlns:p14="http://schemas.microsoft.com/office/powerpoint/2010/main" val="1359119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411616"/>
            <a:ext cx="8046720" cy="365760"/>
          </a:xfrm>
          <a:prstGeom prst="rect">
            <a:avLst/>
          </a:prstGeom>
          <a:noFill/>
          <a:ln/>
        </p:spPr>
        <p:txBody>
          <a:bodyPr wrap="square" lIns="0" tIns="0" rIns="0" bIns="0" rtlCol="0" anchor="ctr"/>
          <a:lstStyle/>
          <a:p>
            <a:pPr marL="0" indent="0">
              <a:buNone/>
            </a:pPr>
            <a:r>
              <a:rPr lang="en-US" sz="2400" b="1" dirty="0">
                <a:solidFill>
                  <a:schemeClr val="tx2"/>
                </a:solidFill>
                <a:latin typeface="Aptos Display" pitchFamily="34" charset="0"/>
                <a:ea typeface="Aptos Display" pitchFamily="34" charset="-122"/>
                <a:cs typeface="Aptos Display" pitchFamily="34" charset="-120"/>
              </a:rPr>
              <a:t>Robustness and fairness across age segments</a:t>
            </a:r>
            <a:endParaRPr lang="en-US" sz="2400" dirty="0">
              <a:solidFill>
                <a:schemeClr val="tx2"/>
              </a:solidFill>
            </a:endParaRPr>
          </a:p>
        </p:txBody>
      </p:sp>
      <p:sp>
        <p:nvSpPr>
          <p:cNvPr id="3" name="Text 1"/>
          <p:cNvSpPr/>
          <p:nvPr/>
        </p:nvSpPr>
        <p:spPr>
          <a:xfrm>
            <a:off x="548640" y="822960"/>
            <a:ext cx="10652760" cy="493776"/>
          </a:xfrm>
          <a:prstGeom prst="rect">
            <a:avLst/>
          </a:prstGeom>
          <a:noFill/>
          <a:ln/>
        </p:spPr>
        <p:txBody>
          <a:bodyPr wrap="square" lIns="0" tIns="0" rIns="0" bIns="0" rtlCol="0" anchor="ctr"/>
          <a:lstStyle/>
          <a:p>
            <a:pPr marL="0" indent="0">
              <a:buNone/>
            </a:pPr>
            <a:r>
              <a:rPr lang="en-US" sz="2000" dirty="0">
                <a:solidFill>
                  <a:srgbClr val="5F6B7A"/>
                </a:solidFill>
              </a:rPr>
              <a:t>AUC remains consistent across age quartiles, but precision and recall move meaningfully across groups.</a:t>
            </a:r>
            <a:endParaRPr lang="en-US" sz="2000" dirty="0"/>
          </a:p>
        </p:txBody>
      </p:sp>
      <p:pic>
        <p:nvPicPr>
          <p:cNvPr id="4" name="Image 0" descr="/mnt/data/actual_plots/age_quartiles.png"/>
          <p:cNvPicPr>
            <a:picLocks noChangeAspect="1"/>
          </p:cNvPicPr>
          <p:nvPr/>
        </p:nvPicPr>
        <p:blipFill>
          <a:blip r:embed="rId3"/>
          <a:stretch>
            <a:fillRect/>
          </a:stretch>
        </p:blipFill>
        <p:spPr>
          <a:xfrm>
            <a:off x="640080" y="1620202"/>
            <a:ext cx="5715000" cy="3571875"/>
          </a:xfrm>
          <a:prstGeom prst="rect">
            <a:avLst/>
          </a:prstGeom>
        </p:spPr>
      </p:pic>
      <p:sp>
        <p:nvSpPr>
          <p:cNvPr id="5" name="Shape 2"/>
          <p:cNvSpPr/>
          <p:nvPr/>
        </p:nvSpPr>
        <p:spPr>
          <a:xfrm>
            <a:off x="6583680" y="1417320"/>
            <a:ext cx="4663440" cy="1051560"/>
          </a:xfrm>
          <a:prstGeom prst="roundRect">
            <a:avLst>
              <a:gd name="adj" fmla="val 4348"/>
            </a:avLst>
          </a:prstGeom>
          <a:solidFill>
            <a:srgbClr val="FFFFFF"/>
          </a:solidFill>
          <a:ln w="12700">
            <a:solidFill>
              <a:srgbClr val="D7DEE8"/>
            </a:solidFill>
            <a:prstDash val="solid"/>
          </a:ln>
        </p:spPr>
        <p:txBody>
          <a:bodyPr/>
          <a:lstStyle/>
          <a:p>
            <a:endParaRPr lang="en-US"/>
          </a:p>
        </p:txBody>
      </p:sp>
      <p:sp>
        <p:nvSpPr>
          <p:cNvPr id="6" name="Text 3"/>
          <p:cNvSpPr/>
          <p:nvPr/>
        </p:nvSpPr>
        <p:spPr>
          <a:xfrm>
            <a:off x="6812280" y="1627632"/>
            <a:ext cx="1737360" cy="164592"/>
          </a:xfrm>
          <a:prstGeom prst="rect">
            <a:avLst/>
          </a:prstGeom>
          <a:noFill/>
          <a:ln/>
        </p:spPr>
        <p:txBody>
          <a:bodyPr wrap="square" lIns="0" tIns="0" rIns="0" bIns="0" rtlCol="0" anchor="ctr"/>
          <a:lstStyle/>
          <a:p>
            <a:pPr marL="0" indent="0">
              <a:buNone/>
            </a:pPr>
            <a:r>
              <a:rPr lang="en-US" sz="1600" b="1" dirty="0">
                <a:solidFill>
                  <a:srgbClr val="0F2744"/>
                </a:solidFill>
              </a:rPr>
              <a:t>AUC by quartile</a:t>
            </a:r>
            <a:endParaRPr lang="en-US" sz="1600" dirty="0"/>
          </a:p>
        </p:txBody>
      </p:sp>
      <p:sp>
        <p:nvSpPr>
          <p:cNvPr id="7" name="Text 4"/>
          <p:cNvSpPr/>
          <p:nvPr/>
        </p:nvSpPr>
        <p:spPr>
          <a:xfrm>
            <a:off x="6812280" y="1901952"/>
            <a:ext cx="4023360" cy="164592"/>
          </a:xfrm>
          <a:prstGeom prst="rect">
            <a:avLst/>
          </a:prstGeom>
          <a:noFill/>
          <a:ln/>
        </p:spPr>
        <p:txBody>
          <a:bodyPr wrap="square" lIns="0" tIns="0" rIns="0" bIns="0" rtlCol="0" anchor="ctr"/>
          <a:lstStyle/>
          <a:p>
            <a:pPr marL="0" indent="0">
              <a:buNone/>
            </a:pPr>
            <a:r>
              <a:rPr lang="en-US" sz="1400" dirty="0">
                <a:solidFill>
                  <a:srgbClr val="10243E"/>
                </a:solidFill>
              </a:rPr>
              <a:t>Q1 0.776 | Q2 0.770 | Q3 0.784 | Q4 0.772</a:t>
            </a:r>
            <a:endParaRPr lang="en-US" sz="1400" dirty="0"/>
          </a:p>
        </p:txBody>
      </p:sp>
      <p:sp>
        <p:nvSpPr>
          <p:cNvPr id="8" name="Text 5"/>
          <p:cNvSpPr/>
          <p:nvPr/>
        </p:nvSpPr>
        <p:spPr>
          <a:xfrm>
            <a:off x="6629400" y="2788920"/>
            <a:ext cx="2011680" cy="201168"/>
          </a:xfrm>
          <a:prstGeom prst="rect">
            <a:avLst/>
          </a:prstGeom>
          <a:noFill/>
          <a:ln/>
        </p:spPr>
        <p:txBody>
          <a:bodyPr wrap="square" lIns="0" tIns="0" rIns="0" bIns="0" rtlCol="0" anchor="ctr"/>
          <a:lstStyle/>
          <a:p>
            <a:pPr marL="0" indent="0">
              <a:buNone/>
            </a:pPr>
            <a:r>
              <a:rPr lang="en-US" sz="1600" b="1" dirty="0">
                <a:solidFill>
                  <a:srgbClr val="0F2744"/>
                </a:solidFill>
              </a:rPr>
              <a:t>Interpretation</a:t>
            </a:r>
            <a:endParaRPr lang="en-US" sz="1600" dirty="0"/>
          </a:p>
        </p:txBody>
      </p:sp>
      <p:sp>
        <p:nvSpPr>
          <p:cNvPr id="10" name="Text 7"/>
          <p:cNvSpPr/>
          <p:nvPr/>
        </p:nvSpPr>
        <p:spPr>
          <a:xfrm>
            <a:off x="6699396" y="3118104"/>
            <a:ext cx="4407408" cy="292608"/>
          </a:xfrm>
          <a:prstGeom prst="rect">
            <a:avLst/>
          </a:prstGeom>
          <a:noFill/>
          <a:ln/>
        </p:spPr>
        <p:txBody>
          <a:bodyPr wrap="square" lIns="0" tIns="0" rIns="0" bIns="0" rtlCol="0" anchor="ctr"/>
          <a:lstStyle/>
          <a:p>
            <a:pPr marL="0" indent="0">
              <a:buNone/>
            </a:pPr>
            <a:r>
              <a:rPr lang="en-US" sz="1350" dirty="0">
                <a:solidFill>
                  <a:srgbClr val="10243E"/>
                </a:solidFill>
              </a:rPr>
              <a:t>- Youngest borrowers have the highest recall and the lowest precision.</a:t>
            </a:r>
            <a:endParaRPr lang="en-US" sz="1350" dirty="0"/>
          </a:p>
        </p:txBody>
      </p:sp>
      <p:sp>
        <p:nvSpPr>
          <p:cNvPr id="12" name="Text 9"/>
          <p:cNvSpPr/>
          <p:nvPr/>
        </p:nvSpPr>
        <p:spPr>
          <a:xfrm>
            <a:off x="6730928" y="3524944"/>
            <a:ext cx="4407408" cy="292608"/>
          </a:xfrm>
          <a:prstGeom prst="rect">
            <a:avLst/>
          </a:prstGeom>
          <a:noFill/>
          <a:ln/>
        </p:spPr>
        <p:txBody>
          <a:bodyPr wrap="square" lIns="0" tIns="0" rIns="0" bIns="0" rtlCol="0" anchor="ctr"/>
          <a:lstStyle/>
          <a:p>
            <a:pPr marL="0" indent="0">
              <a:buNone/>
            </a:pPr>
            <a:r>
              <a:rPr lang="en-US" sz="1350" dirty="0">
                <a:solidFill>
                  <a:srgbClr val="10243E"/>
                </a:solidFill>
              </a:rPr>
              <a:t>- Older quartiles show the opposite profile: lower recall, better precision.</a:t>
            </a:r>
            <a:endParaRPr lang="en-US" sz="1350" dirty="0"/>
          </a:p>
        </p:txBody>
      </p:sp>
      <p:sp>
        <p:nvSpPr>
          <p:cNvPr id="9" name="Text 11">
            <a:extLst>
              <a:ext uri="{FF2B5EF4-FFF2-40B4-BE49-F238E27FC236}">
                <a16:creationId xmlns:a16="http://schemas.microsoft.com/office/drawing/2014/main" id="{71B2A5F1-BA12-2865-E54F-12920F4ECAC3}"/>
              </a:ext>
            </a:extLst>
          </p:cNvPr>
          <p:cNvSpPr/>
          <p:nvPr/>
        </p:nvSpPr>
        <p:spPr>
          <a:xfrm>
            <a:off x="6757200" y="4070524"/>
            <a:ext cx="4407408" cy="292608"/>
          </a:xfrm>
          <a:prstGeom prst="rect">
            <a:avLst/>
          </a:prstGeom>
          <a:noFill/>
          <a:ln/>
        </p:spPr>
        <p:txBody>
          <a:bodyPr wrap="square" lIns="0" tIns="0" rIns="0" bIns="0" rtlCol="0" anchor="ctr"/>
          <a:lstStyle/>
          <a:p>
            <a:r>
              <a:rPr lang="en-US" sz="1350" dirty="0">
                <a:solidFill>
                  <a:srgbClr val="002060"/>
                </a:solidFill>
              </a:rPr>
              <a:t>- </a:t>
            </a:r>
            <a:r>
              <a:rPr lang="en-US" sz="1400" dirty="0">
                <a:solidFill>
                  <a:srgbClr val="002060"/>
                </a:solidFill>
              </a:rPr>
              <a:t>These segment-level differences may create fairness and disparate impact risk if not governed through threshold selection and monitoring.</a:t>
            </a:r>
            <a:endParaRPr lang="en-US" sz="1350" dirty="0">
              <a:solidFill>
                <a:srgbClr val="00206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438912"/>
            <a:ext cx="10698480" cy="365760"/>
          </a:xfrm>
          <a:prstGeom prst="rect">
            <a:avLst/>
          </a:prstGeom>
          <a:noFill/>
          <a:ln/>
        </p:spPr>
        <p:txBody>
          <a:bodyPr wrap="square" lIns="0" tIns="0" rIns="0" bIns="0" rtlCol="0" anchor="ctr"/>
          <a:lstStyle/>
          <a:p>
            <a:r>
              <a:rPr lang="en-US" sz="2400" b="1" dirty="0">
                <a:solidFill>
                  <a:schemeClr val="tx2"/>
                </a:solidFill>
                <a:latin typeface="Aptos Display" pitchFamily="34" charset="0"/>
                <a:ea typeface="Aptos Display" pitchFamily="34" charset="-122"/>
                <a:cs typeface="Aptos Display" pitchFamily="34" charset="-120"/>
              </a:rPr>
              <a:t>Threshold choice drives outcomes more than data drift does (</a:t>
            </a:r>
            <a:r>
              <a:rPr lang="en-US" sz="2400" b="1" dirty="0">
                <a:solidFill>
                  <a:schemeClr val="tx2"/>
                </a:solidFill>
              </a:rPr>
              <a:t>PSI is close to zero)</a:t>
            </a:r>
          </a:p>
        </p:txBody>
      </p:sp>
      <p:sp>
        <p:nvSpPr>
          <p:cNvPr id="3" name="Text 1"/>
          <p:cNvSpPr/>
          <p:nvPr/>
        </p:nvSpPr>
        <p:spPr>
          <a:xfrm>
            <a:off x="548640" y="1000384"/>
            <a:ext cx="10287000" cy="256032"/>
          </a:xfrm>
          <a:prstGeom prst="rect">
            <a:avLst/>
          </a:prstGeom>
          <a:noFill/>
          <a:ln/>
        </p:spPr>
        <p:txBody>
          <a:bodyPr wrap="square" lIns="0" tIns="0" rIns="0" bIns="0" rtlCol="0" anchor="ctr"/>
          <a:lstStyle/>
          <a:p>
            <a:pPr marL="0" indent="0">
              <a:buNone/>
            </a:pPr>
            <a:r>
              <a:rPr lang="en-US" sz="2000" dirty="0">
                <a:solidFill>
                  <a:srgbClr val="5F6B7A"/>
                </a:solidFill>
              </a:rPr>
              <a:t>The population is stable, but 10% approval threshold and weak calibration mean approvals nearly vanish in several age bands. </a:t>
            </a:r>
            <a:endParaRPr lang="en-US" sz="2000" dirty="0"/>
          </a:p>
        </p:txBody>
      </p:sp>
      <p:pic>
        <p:nvPicPr>
          <p:cNvPr id="4" name="Image 0" descr="/mnt/data/actual_plots/approval_ageband.png"/>
          <p:cNvPicPr>
            <a:picLocks noChangeAspect="1"/>
          </p:cNvPicPr>
          <p:nvPr/>
        </p:nvPicPr>
        <p:blipFill>
          <a:blip r:embed="rId3"/>
          <a:stretch>
            <a:fillRect/>
          </a:stretch>
        </p:blipFill>
        <p:spPr>
          <a:xfrm>
            <a:off x="658368" y="1568768"/>
            <a:ext cx="5440680" cy="3400425"/>
          </a:xfrm>
          <a:prstGeom prst="rect">
            <a:avLst/>
          </a:prstGeom>
        </p:spPr>
      </p:pic>
      <p:sp>
        <p:nvSpPr>
          <p:cNvPr id="6" name="Shape 2"/>
          <p:cNvSpPr/>
          <p:nvPr/>
        </p:nvSpPr>
        <p:spPr>
          <a:xfrm>
            <a:off x="658368" y="5212785"/>
            <a:ext cx="10588752" cy="868702"/>
          </a:xfrm>
          <a:prstGeom prst="roundRect">
            <a:avLst>
              <a:gd name="adj" fmla="val 6667"/>
            </a:avLst>
          </a:prstGeom>
          <a:solidFill>
            <a:srgbClr val="EAF7F3"/>
          </a:solidFill>
          <a:ln w="12700">
            <a:solidFill>
              <a:srgbClr val="CAE7DE"/>
            </a:solidFill>
            <a:prstDash val="solid"/>
          </a:ln>
        </p:spPr>
        <p:txBody>
          <a:bodyPr/>
          <a:lstStyle/>
          <a:p>
            <a:endParaRPr lang="en-US"/>
          </a:p>
        </p:txBody>
      </p:sp>
      <p:sp>
        <p:nvSpPr>
          <p:cNvPr id="7" name="Text 3"/>
          <p:cNvSpPr/>
          <p:nvPr/>
        </p:nvSpPr>
        <p:spPr>
          <a:xfrm>
            <a:off x="868680" y="5568696"/>
            <a:ext cx="9966960" cy="164592"/>
          </a:xfrm>
          <a:prstGeom prst="rect">
            <a:avLst/>
          </a:prstGeom>
          <a:noFill/>
          <a:ln/>
        </p:spPr>
        <p:txBody>
          <a:bodyPr wrap="square" lIns="0" tIns="0" rIns="0" bIns="0" rtlCol="0" anchor="ctr"/>
          <a:lstStyle/>
          <a:p>
            <a:r>
              <a:rPr lang="en-US" dirty="0"/>
              <a:t>Largest PD distribution difference occurs across age bands, particularly for the youngest (&lt;25) and oldest (65+) groups, where values are significant. Otherwise, PSI is close to zero.</a:t>
            </a:r>
          </a:p>
          <a:p>
            <a:r>
              <a:rPr lang="en-US" dirty="0"/>
              <a:t>- Recommendation: Enhanced Age Band monitoring (PDs, approval rates).</a:t>
            </a:r>
          </a:p>
        </p:txBody>
      </p:sp>
      <p:sp>
        <p:nvSpPr>
          <p:cNvPr id="9" name="TextBox 8">
            <a:extLst>
              <a:ext uri="{FF2B5EF4-FFF2-40B4-BE49-F238E27FC236}">
                <a16:creationId xmlns:a16="http://schemas.microsoft.com/office/drawing/2014/main" id="{BE845E8D-6302-0299-F840-D91385AFA5C2}"/>
              </a:ext>
            </a:extLst>
          </p:cNvPr>
          <p:cNvSpPr txBox="1"/>
          <p:nvPr/>
        </p:nvSpPr>
        <p:spPr>
          <a:xfrm>
            <a:off x="1803760" y="2336037"/>
            <a:ext cx="3098042" cy="738664"/>
          </a:xfrm>
          <a:prstGeom prst="rect">
            <a:avLst/>
          </a:prstGeom>
          <a:noFill/>
        </p:spPr>
        <p:txBody>
          <a:bodyPr wrap="square" rtlCol="0">
            <a:spAutoFit/>
          </a:bodyPr>
          <a:lstStyle/>
          <a:p>
            <a:r>
              <a:rPr lang="en-US" sz="1400" dirty="0"/>
              <a:t>- Approval rates are extremely low</a:t>
            </a:r>
          </a:p>
          <a:p>
            <a:r>
              <a:rPr lang="en-US" sz="1400" dirty="0"/>
              <a:t>- Threshold too conservative given PD    calibration</a:t>
            </a:r>
            <a:endParaRPr lang="en-US" sz="1400" dirty="0">
              <a:solidFill>
                <a:schemeClr val="tx2"/>
              </a:solidFill>
            </a:endParaRPr>
          </a:p>
        </p:txBody>
      </p:sp>
      <p:pic>
        <p:nvPicPr>
          <p:cNvPr id="1030" name="Picture 6" descr="No description has been provided for this image">
            <a:extLst>
              <a:ext uri="{FF2B5EF4-FFF2-40B4-BE49-F238E27FC236}">
                <a16:creationId xmlns:a16="http://schemas.microsoft.com/office/drawing/2014/main" id="{3892780C-04E7-52DE-9FFB-9840A4E31A3B}"/>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5609" y="1559616"/>
            <a:ext cx="5878232" cy="356616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9CED621-2F01-711B-8FD9-CAA97913A59A}"/>
              </a:ext>
            </a:extLst>
          </p:cNvPr>
          <p:cNvSpPr txBox="1"/>
          <p:nvPr/>
        </p:nvSpPr>
        <p:spPr>
          <a:xfrm>
            <a:off x="7083197" y="1542200"/>
            <a:ext cx="4423234" cy="276999"/>
          </a:xfrm>
          <a:prstGeom prst="rect">
            <a:avLst/>
          </a:prstGeom>
          <a:solidFill>
            <a:schemeClr val="bg1"/>
          </a:solidFill>
        </p:spPr>
        <p:txBody>
          <a:bodyPr wrap="square" rtlCol="0">
            <a:spAutoFit/>
          </a:bodyPr>
          <a:lstStyle/>
          <a:p>
            <a:r>
              <a:rPr lang="en-US" sz="1200" dirty="0">
                <a:solidFill>
                  <a:schemeClr val="tx2">
                    <a:lumMod val="50000"/>
                  </a:schemeClr>
                </a:solidFill>
              </a:rPr>
              <a:t>PD Distribution Difference by Age Band (vs Overall Population)</a:t>
            </a:r>
          </a:p>
        </p:txBody>
      </p:sp>
      <p:sp>
        <p:nvSpPr>
          <p:cNvPr id="8" name="TextBox 7">
            <a:extLst>
              <a:ext uri="{FF2B5EF4-FFF2-40B4-BE49-F238E27FC236}">
                <a16:creationId xmlns:a16="http://schemas.microsoft.com/office/drawing/2014/main" id="{588E25DC-6822-3C8C-8E76-F9D863E6F3AD}"/>
              </a:ext>
            </a:extLst>
          </p:cNvPr>
          <p:cNvSpPr txBox="1"/>
          <p:nvPr/>
        </p:nvSpPr>
        <p:spPr>
          <a:xfrm>
            <a:off x="7165075" y="1256416"/>
            <a:ext cx="163773" cy="369332"/>
          </a:xfrm>
          <a:prstGeom prst="rect">
            <a:avLst/>
          </a:prstGeom>
          <a:noFill/>
        </p:spPr>
        <p:txBody>
          <a:bodyPr wrap="square" rtlCol="0">
            <a:spAutoFit/>
          </a:bodyPr>
          <a:lstStyle/>
          <a:p>
            <a:endParaRPr lang="en-US" dirty="0"/>
          </a:p>
        </p:txBody>
      </p:sp>
      <p:sp>
        <p:nvSpPr>
          <p:cNvPr id="11" name="TextBox 10">
            <a:extLst>
              <a:ext uri="{FF2B5EF4-FFF2-40B4-BE49-F238E27FC236}">
                <a16:creationId xmlns:a16="http://schemas.microsoft.com/office/drawing/2014/main" id="{1761F1C4-E1A1-649A-FAF9-4BFED137C2BC}"/>
              </a:ext>
            </a:extLst>
          </p:cNvPr>
          <p:cNvSpPr txBox="1"/>
          <p:nvPr/>
        </p:nvSpPr>
        <p:spPr>
          <a:xfrm>
            <a:off x="6073239" y="3016155"/>
            <a:ext cx="272955" cy="369332"/>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262128" y="441756"/>
            <a:ext cx="11548872" cy="422148"/>
          </a:xfrm>
          <a:prstGeom prst="rect">
            <a:avLst/>
          </a:prstGeom>
          <a:noFill/>
          <a:ln/>
        </p:spPr>
        <p:txBody>
          <a:bodyPr wrap="square" lIns="0" tIns="0" rIns="0" bIns="0" rtlCol="0" anchor="ctr"/>
          <a:lstStyle/>
          <a:p>
            <a:pPr marL="0" indent="0">
              <a:buNone/>
            </a:pPr>
            <a:r>
              <a:rPr lang="en-US" sz="2400" b="1" dirty="0">
                <a:solidFill>
                  <a:schemeClr val="tx2"/>
                </a:solidFill>
                <a:latin typeface="Aptos" pitchFamily="34" charset="0"/>
                <a:ea typeface="Aptos" pitchFamily="34" charset="-122"/>
                <a:cs typeface="Aptos" pitchFamily="34" charset="-120"/>
              </a:rPr>
              <a:t>Stress testing: PDs rise under delinquency shocks, while ranking stays stable</a:t>
            </a:r>
            <a:endParaRPr lang="en-US" sz="2400" dirty="0">
              <a:solidFill>
                <a:schemeClr val="tx2"/>
              </a:solidFill>
            </a:endParaRPr>
          </a:p>
        </p:txBody>
      </p:sp>
      <p:sp>
        <p:nvSpPr>
          <p:cNvPr id="5" name="Text 3"/>
          <p:cNvSpPr/>
          <p:nvPr/>
        </p:nvSpPr>
        <p:spPr>
          <a:xfrm>
            <a:off x="300228" y="991008"/>
            <a:ext cx="11282172" cy="207264"/>
          </a:xfrm>
          <a:prstGeom prst="rect">
            <a:avLst/>
          </a:prstGeom>
          <a:noFill/>
          <a:ln/>
        </p:spPr>
        <p:txBody>
          <a:bodyPr wrap="square" lIns="0" tIns="0" rIns="0" bIns="0" rtlCol="0" anchor="ctr"/>
          <a:lstStyle/>
          <a:p>
            <a:pPr marL="0" indent="0">
              <a:buNone/>
            </a:pPr>
            <a:r>
              <a:rPr lang="en-US" sz="2000" dirty="0">
                <a:solidFill>
                  <a:srgbClr val="627187"/>
                </a:solidFill>
                <a:latin typeface="Aptos" pitchFamily="34" charset="0"/>
                <a:ea typeface="Aptos" pitchFamily="34" charset="-122"/>
                <a:cs typeface="Aptos" pitchFamily="34" charset="-120"/>
              </a:rPr>
              <a:t>Progressively harsher delinquency scenarios shift the PD distribution upward. Ranking is preserved.</a:t>
            </a:r>
            <a:endParaRPr lang="en-US" sz="2000" dirty="0"/>
          </a:p>
        </p:txBody>
      </p:sp>
      <p:sp>
        <p:nvSpPr>
          <p:cNvPr id="7" name="Shape 4"/>
          <p:cNvSpPr/>
          <p:nvPr/>
        </p:nvSpPr>
        <p:spPr>
          <a:xfrm>
            <a:off x="6720840" y="1682496"/>
            <a:ext cx="3273552" cy="713232"/>
          </a:xfrm>
          <a:prstGeom prst="roundRect">
            <a:avLst>
              <a:gd name="adj" fmla="val 3846"/>
            </a:avLst>
          </a:prstGeom>
          <a:solidFill>
            <a:srgbClr val="F8FAFC"/>
          </a:solidFill>
          <a:ln w="12700">
            <a:solidFill>
              <a:srgbClr val="C5CDD8"/>
            </a:solidFill>
            <a:prstDash val="solid"/>
          </a:ln>
        </p:spPr>
        <p:txBody>
          <a:bodyPr/>
          <a:lstStyle/>
          <a:p>
            <a:endParaRPr lang="en-US"/>
          </a:p>
        </p:txBody>
      </p:sp>
      <p:sp>
        <p:nvSpPr>
          <p:cNvPr id="8" name="Text 5"/>
          <p:cNvSpPr/>
          <p:nvPr/>
        </p:nvSpPr>
        <p:spPr>
          <a:xfrm>
            <a:off x="6916713" y="1657468"/>
            <a:ext cx="2742239" cy="264691"/>
          </a:xfrm>
          <a:prstGeom prst="rect">
            <a:avLst/>
          </a:prstGeom>
          <a:noFill/>
          <a:ln/>
        </p:spPr>
        <p:txBody>
          <a:bodyPr wrap="square" lIns="0" tIns="0" rIns="0" bIns="0" rtlCol="0" anchor="ctr"/>
          <a:lstStyle/>
          <a:p>
            <a:pPr marL="0" indent="0">
              <a:buNone/>
            </a:pPr>
            <a:r>
              <a:rPr lang="en-US" sz="1400" b="1" dirty="0">
                <a:solidFill>
                  <a:srgbClr val="1F2D3D"/>
                </a:solidFill>
                <a:latin typeface="Aptos" pitchFamily="34" charset="0"/>
                <a:ea typeface="Aptos" pitchFamily="34" charset="-122"/>
                <a:cs typeface="Aptos" pitchFamily="34" charset="-120"/>
              </a:rPr>
              <a:t>Average PD uplift by scenario</a:t>
            </a:r>
            <a:endParaRPr lang="en-US" sz="1400" dirty="0"/>
          </a:p>
        </p:txBody>
      </p:sp>
      <p:sp>
        <p:nvSpPr>
          <p:cNvPr id="9" name="Text 6"/>
          <p:cNvSpPr/>
          <p:nvPr/>
        </p:nvSpPr>
        <p:spPr>
          <a:xfrm>
            <a:off x="6914312" y="2075210"/>
            <a:ext cx="2834640" cy="146304"/>
          </a:xfrm>
          <a:prstGeom prst="rect">
            <a:avLst/>
          </a:prstGeom>
          <a:noFill/>
          <a:ln/>
        </p:spPr>
        <p:txBody>
          <a:bodyPr wrap="square" lIns="0" tIns="0" rIns="0" bIns="0" rtlCol="0" anchor="ctr"/>
          <a:lstStyle/>
          <a:p>
            <a:pPr marL="0" indent="0">
              <a:buNone/>
            </a:pPr>
            <a:r>
              <a:rPr lang="en-US" sz="1600" dirty="0">
                <a:solidFill>
                  <a:srgbClr val="23395B"/>
                </a:solidFill>
                <a:latin typeface="Aptos" pitchFamily="34" charset="0"/>
                <a:ea typeface="Aptos" pitchFamily="34" charset="-122"/>
                <a:cs typeface="Aptos" pitchFamily="34" charset="-120"/>
              </a:rPr>
              <a:t>Mild | 0.246   Moderate | 0.433   Severe | 0.529</a:t>
            </a:r>
            <a:endParaRPr lang="en-US" sz="1600" dirty="0"/>
          </a:p>
        </p:txBody>
      </p:sp>
      <p:sp>
        <p:nvSpPr>
          <p:cNvPr id="10" name="Text 7"/>
          <p:cNvSpPr/>
          <p:nvPr/>
        </p:nvSpPr>
        <p:spPr>
          <a:xfrm>
            <a:off x="6446660" y="2795888"/>
            <a:ext cx="1912059" cy="128016"/>
          </a:xfrm>
          <a:prstGeom prst="rect">
            <a:avLst/>
          </a:prstGeom>
          <a:noFill/>
          <a:ln/>
        </p:spPr>
        <p:txBody>
          <a:bodyPr wrap="square" lIns="0" tIns="0" rIns="0" bIns="0" rtlCol="0" anchor="ctr"/>
          <a:lstStyle/>
          <a:p>
            <a:pPr marL="0" indent="0">
              <a:buNone/>
            </a:pPr>
            <a:r>
              <a:rPr lang="en-US" sz="1600" b="1" dirty="0">
                <a:solidFill>
                  <a:srgbClr val="1F2D3D"/>
                </a:solidFill>
                <a:latin typeface="Aptos" pitchFamily="34" charset="0"/>
                <a:ea typeface="Aptos" pitchFamily="34" charset="-122"/>
                <a:cs typeface="Aptos" pitchFamily="34" charset="-120"/>
              </a:rPr>
              <a:t>Interpretation</a:t>
            </a:r>
            <a:endParaRPr lang="en-US" sz="1600" dirty="0"/>
          </a:p>
        </p:txBody>
      </p:sp>
      <p:sp>
        <p:nvSpPr>
          <p:cNvPr id="11" name="Text 8"/>
          <p:cNvSpPr/>
          <p:nvPr/>
        </p:nvSpPr>
        <p:spPr>
          <a:xfrm>
            <a:off x="6405719" y="3019980"/>
            <a:ext cx="4643227" cy="235825"/>
          </a:xfrm>
          <a:prstGeom prst="rect">
            <a:avLst/>
          </a:prstGeom>
          <a:noFill/>
          <a:ln/>
        </p:spPr>
        <p:txBody>
          <a:bodyPr wrap="square" lIns="0" tIns="0" rIns="0" bIns="0" rtlCol="0" anchor="t"/>
          <a:lstStyle/>
          <a:p>
            <a:pPr marL="0" indent="0">
              <a:buNone/>
            </a:pPr>
            <a:endParaRPr lang="en-US" sz="1400" dirty="0"/>
          </a:p>
        </p:txBody>
      </p:sp>
      <p:sp>
        <p:nvSpPr>
          <p:cNvPr id="12" name="Text 9"/>
          <p:cNvSpPr/>
          <p:nvPr/>
        </p:nvSpPr>
        <p:spPr>
          <a:xfrm>
            <a:off x="6419362" y="3117419"/>
            <a:ext cx="4294311" cy="182880"/>
          </a:xfrm>
          <a:prstGeom prst="rect">
            <a:avLst/>
          </a:prstGeom>
          <a:noFill/>
          <a:ln/>
        </p:spPr>
        <p:txBody>
          <a:bodyPr wrap="square" lIns="0" tIns="0" rIns="0" bIns="0" rtlCol="0" anchor="t"/>
          <a:lstStyle/>
          <a:p>
            <a:pPr marL="0" indent="0">
              <a:buNone/>
            </a:pPr>
            <a:r>
              <a:rPr lang="en-US" sz="1400" b="1" dirty="0">
                <a:solidFill>
                  <a:schemeClr val="tx2"/>
                </a:solidFill>
                <a:latin typeface="Aptos" pitchFamily="34" charset="0"/>
                <a:ea typeface="Aptos" pitchFamily="34" charset="-122"/>
                <a:cs typeface="Aptos" pitchFamily="34" charset="-120"/>
              </a:rPr>
              <a:t>-</a:t>
            </a:r>
            <a:r>
              <a:rPr lang="en-US" sz="1400" b="1" dirty="0">
                <a:solidFill>
                  <a:srgbClr val="2F6FED"/>
                </a:solidFill>
                <a:latin typeface="Aptos" pitchFamily="34" charset="0"/>
                <a:ea typeface="Aptos" pitchFamily="34" charset="-122"/>
                <a:cs typeface="Aptos" pitchFamily="34" charset="-120"/>
              </a:rPr>
              <a:t> </a:t>
            </a:r>
            <a:r>
              <a:rPr lang="en-US" sz="1400" dirty="0">
                <a:solidFill>
                  <a:srgbClr val="23395B"/>
                </a:solidFill>
                <a:latin typeface="Aptos" pitchFamily="34" charset="0"/>
                <a:ea typeface="Aptos" pitchFamily="34" charset="-122"/>
                <a:cs typeface="Aptos" pitchFamily="34" charset="-120"/>
              </a:rPr>
              <a:t>The shift is monotonic from mild to severe, so the model reacts proportionally to scenario severity.</a:t>
            </a:r>
            <a:endParaRPr lang="en-US" sz="1400" dirty="0"/>
          </a:p>
        </p:txBody>
      </p:sp>
      <p:sp>
        <p:nvSpPr>
          <p:cNvPr id="13" name="Text 10"/>
          <p:cNvSpPr/>
          <p:nvPr/>
        </p:nvSpPr>
        <p:spPr>
          <a:xfrm>
            <a:off x="6446658" y="3651599"/>
            <a:ext cx="4294310" cy="246410"/>
          </a:xfrm>
          <a:prstGeom prst="rect">
            <a:avLst/>
          </a:prstGeom>
          <a:noFill/>
          <a:ln/>
        </p:spPr>
        <p:txBody>
          <a:bodyPr wrap="square" lIns="0" tIns="0" rIns="0" bIns="0" rtlCol="0" anchor="t"/>
          <a:lstStyle/>
          <a:p>
            <a:pPr marL="0" indent="0">
              <a:buNone/>
            </a:pPr>
            <a:r>
              <a:rPr lang="en-US" sz="1400" b="1" dirty="0">
                <a:solidFill>
                  <a:schemeClr val="tx2"/>
                </a:solidFill>
                <a:latin typeface="Aptos" pitchFamily="34" charset="0"/>
                <a:ea typeface="Aptos" pitchFamily="34" charset="-122"/>
                <a:cs typeface="Aptos" pitchFamily="34" charset="-120"/>
              </a:rPr>
              <a:t>-</a:t>
            </a:r>
            <a:r>
              <a:rPr lang="en-US" sz="1400" b="1" dirty="0">
                <a:solidFill>
                  <a:srgbClr val="2F6FED"/>
                </a:solidFill>
                <a:latin typeface="Aptos" pitchFamily="34" charset="0"/>
                <a:ea typeface="Aptos" pitchFamily="34" charset="-122"/>
                <a:cs typeface="Aptos" pitchFamily="34" charset="-120"/>
              </a:rPr>
              <a:t> </a:t>
            </a:r>
            <a:r>
              <a:rPr lang="en-US" sz="1400" dirty="0">
                <a:solidFill>
                  <a:srgbClr val="23395B"/>
                </a:solidFill>
                <a:latin typeface="Aptos" pitchFamily="34" charset="0"/>
                <a:ea typeface="Aptos" pitchFamily="34" charset="-122"/>
                <a:cs typeface="Aptos" pitchFamily="34" charset="-120"/>
              </a:rPr>
              <a:t>Ranking is preserved (Spearman = 1.00).</a:t>
            </a:r>
            <a:endParaRPr lang="en-US" sz="1400" dirty="0"/>
          </a:p>
        </p:txBody>
      </p:sp>
      <p:sp>
        <p:nvSpPr>
          <p:cNvPr id="14" name="Text 11"/>
          <p:cNvSpPr/>
          <p:nvPr/>
        </p:nvSpPr>
        <p:spPr>
          <a:xfrm>
            <a:off x="6433008" y="4021993"/>
            <a:ext cx="5364343" cy="417507"/>
          </a:xfrm>
          <a:prstGeom prst="rect">
            <a:avLst/>
          </a:prstGeom>
          <a:noFill/>
          <a:ln/>
        </p:spPr>
        <p:txBody>
          <a:bodyPr wrap="square" lIns="0" tIns="0" rIns="0" bIns="0" rtlCol="0" anchor="t"/>
          <a:lstStyle/>
          <a:p>
            <a:pPr marL="0" indent="0">
              <a:buNone/>
            </a:pPr>
            <a:r>
              <a:rPr lang="en-US" sz="1400" b="1" dirty="0">
                <a:solidFill>
                  <a:srgbClr val="2F6FED"/>
                </a:solidFill>
                <a:latin typeface="Aptos" pitchFamily="34" charset="0"/>
                <a:ea typeface="Aptos" pitchFamily="34" charset="-122"/>
                <a:cs typeface="Aptos" pitchFamily="34" charset="-120"/>
              </a:rPr>
              <a:t>- </a:t>
            </a:r>
            <a:r>
              <a:rPr lang="en-US" sz="1400" dirty="0">
                <a:solidFill>
                  <a:srgbClr val="23395B"/>
                </a:solidFill>
                <a:latin typeface="Aptos" pitchFamily="34" charset="0"/>
                <a:ea typeface="Aptos" pitchFamily="34" charset="-122"/>
                <a:cs typeface="Aptos" pitchFamily="34" charset="-120"/>
              </a:rPr>
              <a:t>Calibration remains the main limitation: stressed PD levels should not be used directly for pricing, CECL, or capital without recalibration.</a:t>
            </a:r>
            <a:endParaRPr lang="en-US" sz="1400" dirty="0"/>
          </a:p>
        </p:txBody>
      </p:sp>
      <p:sp>
        <p:nvSpPr>
          <p:cNvPr id="15" name="Shape 12"/>
          <p:cNvSpPr/>
          <p:nvPr/>
        </p:nvSpPr>
        <p:spPr>
          <a:xfrm>
            <a:off x="832104" y="5445183"/>
            <a:ext cx="7315200" cy="521277"/>
          </a:xfrm>
          <a:prstGeom prst="roundRect">
            <a:avLst>
              <a:gd name="adj" fmla="val 7500"/>
            </a:avLst>
          </a:prstGeom>
          <a:solidFill>
            <a:srgbClr val="FFF3E5"/>
          </a:solidFill>
          <a:ln w="12700">
            <a:solidFill>
              <a:srgbClr val="D6B887"/>
            </a:solidFill>
            <a:prstDash val="solid"/>
          </a:ln>
        </p:spPr>
        <p:txBody>
          <a:bodyPr/>
          <a:lstStyle/>
          <a:p>
            <a:endParaRPr lang="en-US"/>
          </a:p>
        </p:txBody>
      </p:sp>
      <p:sp>
        <p:nvSpPr>
          <p:cNvPr id="16" name="Text 13"/>
          <p:cNvSpPr/>
          <p:nvPr/>
        </p:nvSpPr>
        <p:spPr>
          <a:xfrm>
            <a:off x="1047872" y="5627930"/>
            <a:ext cx="7315200" cy="128016"/>
          </a:xfrm>
          <a:prstGeom prst="rect">
            <a:avLst/>
          </a:prstGeom>
          <a:noFill/>
          <a:ln/>
        </p:spPr>
        <p:txBody>
          <a:bodyPr wrap="square" lIns="0" tIns="0" rIns="0" bIns="0" rtlCol="0" anchor="ctr"/>
          <a:lstStyle/>
          <a:p>
            <a:r>
              <a:rPr lang="en-US" dirty="0">
                <a:solidFill>
                  <a:schemeClr val="tx2"/>
                </a:solidFill>
                <a:latin typeface="Aptos" pitchFamily="34" charset="0"/>
                <a:ea typeface="Aptos" pitchFamily="34" charset="-122"/>
                <a:cs typeface="Aptos" pitchFamily="34" charset="-120"/>
              </a:rPr>
              <a:t>Recommendation: </a:t>
            </a:r>
            <a:r>
              <a:rPr lang="en-US" dirty="0">
                <a:solidFill>
                  <a:schemeClr val="tx2"/>
                </a:solidFill>
              </a:rPr>
              <a:t>monitoring should track </a:t>
            </a:r>
            <a:r>
              <a:rPr lang="en-US" b="1" dirty="0">
                <a:solidFill>
                  <a:schemeClr val="tx2"/>
                </a:solidFill>
              </a:rPr>
              <a:t>distribution shifts in delinquency features over time</a:t>
            </a:r>
            <a:r>
              <a:rPr lang="en-US" dirty="0">
                <a:solidFill>
                  <a:schemeClr val="tx2"/>
                </a:solidFill>
              </a:rPr>
              <a:t>.</a:t>
            </a:r>
          </a:p>
        </p:txBody>
      </p:sp>
      <p:pic>
        <p:nvPicPr>
          <p:cNvPr id="1026" name="Picture 2">
            <a:extLst>
              <a:ext uri="{FF2B5EF4-FFF2-40B4-BE49-F238E27FC236}">
                <a16:creationId xmlns:a16="http://schemas.microsoft.com/office/drawing/2014/main" id="{9EAF66C9-032E-CFDF-71DF-A22F1DF2E8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442" y="1585273"/>
            <a:ext cx="5619750" cy="3714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B25CD-85FE-545A-8710-031641FC0E1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992205B-83A4-1765-24DF-0B8D89B84456}"/>
              </a:ext>
            </a:extLst>
          </p:cNvPr>
          <p:cNvSpPr/>
          <p:nvPr/>
        </p:nvSpPr>
        <p:spPr>
          <a:xfrm>
            <a:off x="548640" y="438912"/>
            <a:ext cx="8046720" cy="365760"/>
          </a:xfrm>
          <a:prstGeom prst="rect">
            <a:avLst/>
          </a:prstGeom>
          <a:noFill/>
          <a:ln/>
        </p:spPr>
        <p:txBody>
          <a:bodyPr wrap="square" lIns="0" tIns="0" rIns="0" bIns="0" rtlCol="0" anchor="ctr"/>
          <a:lstStyle/>
          <a:p>
            <a:pPr marL="0" indent="0">
              <a:buNone/>
            </a:pPr>
            <a:r>
              <a:rPr lang="en-US" sz="2400" b="1" dirty="0">
                <a:solidFill>
                  <a:schemeClr val="tx2"/>
                </a:solidFill>
                <a:latin typeface="Aptos Display" pitchFamily="34" charset="0"/>
                <a:ea typeface="Aptos Display" pitchFamily="34" charset="-122"/>
                <a:cs typeface="Aptos Display" pitchFamily="34" charset="-120"/>
              </a:rPr>
              <a:t>Key findings and recommendations</a:t>
            </a:r>
            <a:endParaRPr lang="en-US" sz="2400" dirty="0">
              <a:solidFill>
                <a:schemeClr val="tx2"/>
              </a:solidFill>
            </a:endParaRPr>
          </a:p>
        </p:txBody>
      </p:sp>
      <p:sp>
        <p:nvSpPr>
          <p:cNvPr id="3" name="Text 1">
            <a:extLst>
              <a:ext uri="{FF2B5EF4-FFF2-40B4-BE49-F238E27FC236}">
                <a16:creationId xmlns:a16="http://schemas.microsoft.com/office/drawing/2014/main" id="{DA2AFD98-4E79-8F11-26D9-E6BB940363A9}"/>
              </a:ext>
            </a:extLst>
          </p:cNvPr>
          <p:cNvSpPr/>
          <p:nvPr/>
        </p:nvSpPr>
        <p:spPr>
          <a:xfrm>
            <a:off x="548639" y="1007916"/>
            <a:ext cx="11117843" cy="203327"/>
          </a:xfrm>
          <a:prstGeom prst="rect">
            <a:avLst/>
          </a:prstGeom>
          <a:noFill/>
          <a:ln/>
        </p:spPr>
        <p:txBody>
          <a:bodyPr wrap="square" lIns="0" tIns="0" rIns="0" bIns="0" rtlCol="0" anchor="ctr"/>
          <a:lstStyle/>
          <a:p>
            <a:r>
              <a:rPr lang="en-US" sz="2000" dirty="0">
                <a:solidFill>
                  <a:schemeClr val="accent1">
                    <a:lumMod val="75000"/>
                  </a:schemeClr>
                </a:solidFill>
              </a:rPr>
              <a:t>Model risk arises not from model instability, but from calibration (class weight = “balanced”), threshold policy, and segment-level outcome differences.</a:t>
            </a:r>
          </a:p>
        </p:txBody>
      </p:sp>
      <p:sp>
        <p:nvSpPr>
          <p:cNvPr id="5" name="Shape 2">
            <a:extLst>
              <a:ext uri="{FF2B5EF4-FFF2-40B4-BE49-F238E27FC236}">
                <a16:creationId xmlns:a16="http://schemas.microsoft.com/office/drawing/2014/main" id="{F8CD2DF6-2004-61E5-A6D4-E2324AF87D0C}"/>
              </a:ext>
            </a:extLst>
          </p:cNvPr>
          <p:cNvSpPr/>
          <p:nvPr/>
        </p:nvSpPr>
        <p:spPr>
          <a:xfrm>
            <a:off x="6177660" y="1546604"/>
            <a:ext cx="4937760" cy="4325670"/>
          </a:xfrm>
          <a:prstGeom prst="roundRect">
            <a:avLst>
              <a:gd name="adj" fmla="val 1053"/>
            </a:avLst>
          </a:prstGeom>
          <a:solidFill>
            <a:srgbClr val="FFFFFF"/>
          </a:solidFill>
          <a:ln w="12700">
            <a:solidFill>
              <a:srgbClr val="D7DEE8"/>
            </a:solidFill>
            <a:prstDash val="solid"/>
          </a:ln>
        </p:spPr>
        <p:txBody>
          <a:bodyPr/>
          <a:lstStyle/>
          <a:p>
            <a:endParaRPr lang="en-US"/>
          </a:p>
        </p:txBody>
      </p:sp>
      <p:sp>
        <p:nvSpPr>
          <p:cNvPr id="6" name="Text 3">
            <a:extLst>
              <a:ext uri="{FF2B5EF4-FFF2-40B4-BE49-F238E27FC236}">
                <a16:creationId xmlns:a16="http://schemas.microsoft.com/office/drawing/2014/main" id="{317775EE-CEFC-11A9-0530-430F513C6312}"/>
              </a:ext>
            </a:extLst>
          </p:cNvPr>
          <p:cNvSpPr/>
          <p:nvPr/>
        </p:nvSpPr>
        <p:spPr>
          <a:xfrm>
            <a:off x="6583680" y="1868218"/>
            <a:ext cx="2194560" cy="201168"/>
          </a:xfrm>
          <a:prstGeom prst="rect">
            <a:avLst/>
          </a:prstGeom>
          <a:noFill/>
          <a:ln/>
        </p:spPr>
        <p:txBody>
          <a:bodyPr wrap="square" lIns="0" tIns="0" rIns="0" bIns="0" rtlCol="0" anchor="ctr"/>
          <a:lstStyle/>
          <a:p>
            <a:pPr marL="0" indent="0">
              <a:buNone/>
            </a:pPr>
            <a:r>
              <a:rPr lang="en-US" sz="1700" b="1" dirty="0">
                <a:solidFill>
                  <a:srgbClr val="0F2744"/>
                </a:solidFill>
              </a:rPr>
              <a:t>Recommendations</a:t>
            </a:r>
            <a:endParaRPr lang="en-US" sz="1700" dirty="0"/>
          </a:p>
        </p:txBody>
      </p:sp>
      <p:sp>
        <p:nvSpPr>
          <p:cNvPr id="14" name="Text 11">
            <a:extLst>
              <a:ext uri="{FF2B5EF4-FFF2-40B4-BE49-F238E27FC236}">
                <a16:creationId xmlns:a16="http://schemas.microsoft.com/office/drawing/2014/main" id="{1A2954E1-2284-2A10-547B-BF4DD8263070}"/>
              </a:ext>
            </a:extLst>
          </p:cNvPr>
          <p:cNvSpPr/>
          <p:nvPr/>
        </p:nvSpPr>
        <p:spPr>
          <a:xfrm>
            <a:off x="6677914" y="2412626"/>
            <a:ext cx="4270248" cy="292608"/>
          </a:xfrm>
          <a:prstGeom prst="rect">
            <a:avLst/>
          </a:prstGeom>
          <a:noFill/>
          <a:ln/>
        </p:spPr>
        <p:txBody>
          <a:bodyPr wrap="square" lIns="0" tIns="0" rIns="0" bIns="0" rtlCol="0" anchor="ctr"/>
          <a:lstStyle/>
          <a:p>
            <a:r>
              <a:rPr lang="en-US" sz="1420" dirty="0">
                <a:solidFill>
                  <a:schemeClr val="tx2"/>
                </a:solidFill>
              </a:rPr>
              <a:t>- </a:t>
            </a:r>
            <a:r>
              <a:rPr lang="en-US" sz="1400" dirty="0">
                <a:solidFill>
                  <a:schemeClr val="tx2"/>
                </a:solidFill>
              </a:rPr>
              <a:t>Trade-off between recall and precision should be aligned with business objectives and risk tolerance.</a:t>
            </a:r>
            <a:endParaRPr lang="en-US" sz="1600" dirty="0">
              <a:solidFill>
                <a:schemeClr val="tx2"/>
              </a:solidFill>
            </a:endParaRPr>
          </a:p>
          <a:p>
            <a:pPr marL="0" indent="0">
              <a:buNone/>
            </a:pPr>
            <a:endParaRPr lang="en-US" sz="1420" dirty="0"/>
          </a:p>
        </p:txBody>
      </p:sp>
      <p:sp>
        <p:nvSpPr>
          <p:cNvPr id="15" name="Shape 2">
            <a:extLst>
              <a:ext uri="{FF2B5EF4-FFF2-40B4-BE49-F238E27FC236}">
                <a16:creationId xmlns:a16="http://schemas.microsoft.com/office/drawing/2014/main" id="{8FCD96A3-9F0E-94BE-EC5A-66A08F2B7249}"/>
              </a:ext>
            </a:extLst>
          </p:cNvPr>
          <p:cNvSpPr/>
          <p:nvPr/>
        </p:nvSpPr>
        <p:spPr>
          <a:xfrm>
            <a:off x="734464" y="1528874"/>
            <a:ext cx="4937760" cy="4343400"/>
          </a:xfrm>
          <a:prstGeom prst="roundRect">
            <a:avLst>
              <a:gd name="adj" fmla="val 1053"/>
            </a:avLst>
          </a:prstGeom>
          <a:solidFill>
            <a:srgbClr val="FFFFFF"/>
          </a:solidFill>
          <a:ln w="12700">
            <a:solidFill>
              <a:srgbClr val="D7DEE8"/>
            </a:solidFill>
            <a:prstDash val="solid"/>
          </a:ln>
        </p:spPr>
        <p:txBody>
          <a:bodyPr/>
          <a:lstStyle/>
          <a:p>
            <a:endParaRPr lang="en-US"/>
          </a:p>
        </p:txBody>
      </p:sp>
      <p:sp>
        <p:nvSpPr>
          <p:cNvPr id="16" name="Text 3">
            <a:extLst>
              <a:ext uri="{FF2B5EF4-FFF2-40B4-BE49-F238E27FC236}">
                <a16:creationId xmlns:a16="http://schemas.microsoft.com/office/drawing/2014/main" id="{C5B77F0E-A684-0734-8CA5-55FB2B7AE6C3}"/>
              </a:ext>
            </a:extLst>
          </p:cNvPr>
          <p:cNvSpPr/>
          <p:nvPr/>
        </p:nvSpPr>
        <p:spPr>
          <a:xfrm>
            <a:off x="1058591" y="1843196"/>
            <a:ext cx="2194560" cy="201168"/>
          </a:xfrm>
          <a:prstGeom prst="rect">
            <a:avLst/>
          </a:prstGeom>
          <a:noFill/>
          <a:ln/>
        </p:spPr>
        <p:txBody>
          <a:bodyPr wrap="square" lIns="0" tIns="0" rIns="0" bIns="0" rtlCol="0" anchor="ctr"/>
          <a:lstStyle/>
          <a:p>
            <a:pPr marL="0" indent="0">
              <a:buNone/>
            </a:pPr>
            <a:r>
              <a:rPr lang="en-US" sz="1700" b="1" dirty="0">
                <a:solidFill>
                  <a:srgbClr val="0F2744"/>
                </a:solidFill>
              </a:rPr>
              <a:t>Key findings</a:t>
            </a:r>
            <a:endParaRPr lang="en-US" sz="1700" dirty="0"/>
          </a:p>
        </p:txBody>
      </p:sp>
      <p:sp>
        <p:nvSpPr>
          <p:cNvPr id="17" name="Text 5">
            <a:extLst>
              <a:ext uri="{FF2B5EF4-FFF2-40B4-BE49-F238E27FC236}">
                <a16:creationId xmlns:a16="http://schemas.microsoft.com/office/drawing/2014/main" id="{6FCBFC86-C1AD-E994-6402-71B269C79EDF}"/>
              </a:ext>
            </a:extLst>
          </p:cNvPr>
          <p:cNvSpPr/>
          <p:nvPr/>
        </p:nvSpPr>
        <p:spPr>
          <a:xfrm>
            <a:off x="1236841" y="2373236"/>
            <a:ext cx="4270248" cy="292608"/>
          </a:xfrm>
          <a:prstGeom prst="rect">
            <a:avLst/>
          </a:prstGeom>
          <a:noFill/>
          <a:ln/>
        </p:spPr>
        <p:txBody>
          <a:bodyPr wrap="square" lIns="0" tIns="0" rIns="0" bIns="0" rtlCol="0" anchor="ctr"/>
          <a:lstStyle/>
          <a:p>
            <a:pPr marL="0" indent="0">
              <a:buNone/>
            </a:pPr>
            <a:r>
              <a:rPr lang="en-US" sz="1420" dirty="0">
                <a:solidFill>
                  <a:srgbClr val="10243E"/>
                </a:solidFill>
              </a:rPr>
              <a:t>Calibrate PDs and document the recalibration methodology.</a:t>
            </a:r>
            <a:endParaRPr lang="en-US" sz="1420" dirty="0"/>
          </a:p>
        </p:txBody>
      </p:sp>
      <p:sp>
        <p:nvSpPr>
          <p:cNvPr id="18" name="Text 4">
            <a:extLst>
              <a:ext uri="{FF2B5EF4-FFF2-40B4-BE49-F238E27FC236}">
                <a16:creationId xmlns:a16="http://schemas.microsoft.com/office/drawing/2014/main" id="{000E1CA7-914C-7063-C548-1BA85865FDF7}"/>
              </a:ext>
            </a:extLst>
          </p:cNvPr>
          <p:cNvSpPr/>
          <p:nvPr/>
        </p:nvSpPr>
        <p:spPr>
          <a:xfrm>
            <a:off x="1072246" y="2316252"/>
            <a:ext cx="164592" cy="182880"/>
          </a:xfrm>
          <a:prstGeom prst="rect">
            <a:avLst/>
          </a:prstGeom>
          <a:noFill/>
          <a:ln/>
        </p:spPr>
        <p:txBody>
          <a:bodyPr wrap="square" lIns="0" tIns="0" rIns="0" bIns="0" rtlCol="0" anchor="ctr"/>
          <a:lstStyle/>
          <a:p>
            <a:pPr marL="0" indent="0">
              <a:buNone/>
            </a:pPr>
            <a:r>
              <a:rPr lang="en-US" sz="1420" dirty="0">
                <a:solidFill>
                  <a:srgbClr val="2F6BFF"/>
                </a:solidFill>
              </a:rPr>
              <a:t>•</a:t>
            </a:r>
            <a:endParaRPr lang="en-US" sz="1420" dirty="0"/>
          </a:p>
        </p:txBody>
      </p:sp>
      <p:sp>
        <p:nvSpPr>
          <p:cNvPr id="19" name="Text 7">
            <a:extLst>
              <a:ext uri="{FF2B5EF4-FFF2-40B4-BE49-F238E27FC236}">
                <a16:creationId xmlns:a16="http://schemas.microsoft.com/office/drawing/2014/main" id="{2390EA88-A3DD-D825-8266-305B6941657D}"/>
              </a:ext>
            </a:extLst>
          </p:cNvPr>
          <p:cNvSpPr/>
          <p:nvPr/>
        </p:nvSpPr>
        <p:spPr>
          <a:xfrm>
            <a:off x="1236842" y="2959623"/>
            <a:ext cx="4270248" cy="292608"/>
          </a:xfrm>
          <a:prstGeom prst="rect">
            <a:avLst/>
          </a:prstGeom>
          <a:noFill/>
          <a:ln/>
        </p:spPr>
        <p:txBody>
          <a:bodyPr wrap="square" lIns="0" tIns="0" rIns="0" bIns="0" rtlCol="0" anchor="ctr"/>
          <a:lstStyle/>
          <a:p>
            <a:pPr marL="0" indent="0">
              <a:buNone/>
            </a:pPr>
            <a:r>
              <a:rPr lang="en-US" sz="1420" dirty="0">
                <a:solidFill>
                  <a:srgbClr val="10243E"/>
                </a:solidFill>
              </a:rPr>
              <a:t>Set threshold policy with explicit limits for approval rate, and disparate impact.</a:t>
            </a:r>
            <a:endParaRPr lang="en-US" sz="1420" dirty="0"/>
          </a:p>
        </p:txBody>
      </p:sp>
      <p:sp>
        <p:nvSpPr>
          <p:cNvPr id="21" name="Text 4">
            <a:extLst>
              <a:ext uri="{FF2B5EF4-FFF2-40B4-BE49-F238E27FC236}">
                <a16:creationId xmlns:a16="http://schemas.microsoft.com/office/drawing/2014/main" id="{918DD682-9831-F182-7F8B-92C37E35BF6B}"/>
              </a:ext>
            </a:extLst>
          </p:cNvPr>
          <p:cNvSpPr/>
          <p:nvPr/>
        </p:nvSpPr>
        <p:spPr>
          <a:xfrm>
            <a:off x="1074518" y="2913850"/>
            <a:ext cx="164592" cy="182880"/>
          </a:xfrm>
          <a:prstGeom prst="rect">
            <a:avLst/>
          </a:prstGeom>
          <a:noFill/>
          <a:ln/>
        </p:spPr>
        <p:txBody>
          <a:bodyPr wrap="square" lIns="0" tIns="0" rIns="0" bIns="0" rtlCol="0" anchor="ctr"/>
          <a:lstStyle/>
          <a:p>
            <a:pPr marL="0" indent="0">
              <a:buNone/>
            </a:pPr>
            <a:r>
              <a:rPr lang="en-US" sz="1420" dirty="0">
                <a:solidFill>
                  <a:srgbClr val="2F6BFF"/>
                </a:solidFill>
              </a:rPr>
              <a:t>•</a:t>
            </a:r>
            <a:endParaRPr lang="en-US" sz="1420" dirty="0"/>
          </a:p>
        </p:txBody>
      </p:sp>
      <p:sp>
        <p:nvSpPr>
          <p:cNvPr id="4" name="Text 33">
            <a:extLst>
              <a:ext uri="{FF2B5EF4-FFF2-40B4-BE49-F238E27FC236}">
                <a16:creationId xmlns:a16="http://schemas.microsoft.com/office/drawing/2014/main" id="{6E2DC78A-2CC8-F020-8723-9C49AD9DE299}"/>
              </a:ext>
            </a:extLst>
          </p:cNvPr>
          <p:cNvSpPr/>
          <p:nvPr/>
        </p:nvSpPr>
        <p:spPr>
          <a:xfrm>
            <a:off x="6654868" y="3110922"/>
            <a:ext cx="4498848" cy="292608"/>
          </a:xfrm>
          <a:prstGeom prst="rect">
            <a:avLst/>
          </a:prstGeom>
          <a:noFill/>
          <a:ln/>
        </p:spPr>
        <p:txBody>
          <a:bodyPr wrap="square" lIns="0" tIns="0" rIns="0" bIns="0" rtlCol="0" anchor="ctr"/>
          <a:lstStyle/>
          <a:p>
            <a:r>
              <a:rPr lang="en-US" sz="1350" dirty="0">
                <a:solidFill>
                  <a:schemeClr val="tx2"/>
                </a:solidFill>
              </a:rPr>
              <a:t>- </a:t>
            </a:r>
            <a:r>
              <a:rPr lang="en-US" sz="1400" dirty="0">
                <a:solidFill>
                  <a:srgbClr val="002060"/>
                </a:solidFill>
              </a:rPr>
              <a:t>Ongoing monitoring should include threshold-based triggers (e.g., PSI &gt; 0.1, calibration drift, approval rate shifts) with defined escalation and review processes.</a:t>
            </a:r>
            <a:endParaRPr lang="en-US" sz="1350" dirty="0">
              <a:solidFill>
                <a:srgbClr val="002060"/>
              </a:solidFill>
            </a:endParaRPr>
          </a:p>
          <a:p>
            <a:pPr marL="0" indent="0">
              <a:buNone/>
            </a:pPr>
            <a:endParaRPr lang="en-US" sz="1350" dirty="0"/>
          </a:p>
        </p:txBody>
      </p:sp>
    </p:spTree>
    <p:extLst>
      <p:ext uri="{BB962C8B-B14F-4D97-AF65-F5344CB8AC3E}">
        <p14:creationId xmlns:p14="http://schemas.microsoft.com/office/powerpoint/2010/main" val="41866174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764</TotalTime>
  <Words>1289</Words>
  <Application>Microsoft Office PowerPoint</Application>
  <PresentationFormat>Widescreen</PresentationFormat>
  <Paragraphs>145</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Scoring Model Validation — Visual Deck</dc:title>
  <dc:subject>Credit scoring model validation</dc:subject>
  <dc:creator>OpenAI</dc:creator>
  <cp:lastModifiedBy>Bernard Malhame</cp:lastModifiedBy>
  <cp:revision>2</cp:revision>
  <dcterms:created xsi:type="dcterms:W3CDTF">2026-03-23T17:11:43Z</dcterms:created>
  <dcterms:modified xsi:type="dcterms:W3CDTF">2026-03-26T21:39:19Z</dcterms:modified>
</cp:coreProperties>
</file>